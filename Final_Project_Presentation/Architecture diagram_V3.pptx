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9cd60a8615ffc36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9cd60a8615ffc36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567267"/>
            <a:ext cx="914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375"/>
            <a:ext cx="8746076" cy="459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8520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