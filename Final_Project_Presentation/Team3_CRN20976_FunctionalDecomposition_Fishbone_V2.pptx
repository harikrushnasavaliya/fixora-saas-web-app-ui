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651"/>
  </p:normalViewPr>
  <p:slideViewPr>
    <p:cSldViewPr snapToGrid="0" snapToObjects="1">
      <p:cViewPr varScale="1">
        <p:scale>
          <a:sx n="115" d="100"/>
          <a:sy n="115" d="100"/>
        </p:scale>
        <p:origin x="163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8630D54-200B-607B-5932-43F8F920A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err="1"/>
              <a:t>Fixora</a:t>
            </a:r>
            <a:r>
              <a:rPr lang="en-US" sz="3200" dirty="0"/>
              <a:t> – Functional Decomposition Diagram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6B97B1-406D-0836-D030-5955C7976DE1}"/>
              </a:ext>
            </a:extLst>
          </p:cNvPr>
          <p:cNvSpPr/>
          <p:nvPr/>
        </p:nvSpPr>
        <p:spPr>
          <a:xfrm>
            <a:off x="3601844" y="1417638"/>
            <a:ext cx="1416205" cy="68994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/>
              <a:t>Fixora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020AAF-8229-A448-530C-84639B901871}"/>
              </a:ext>
            </a:extLst>
          </p:cNvPr>
          <p:cNvSpPr/>
          <p:nvPr/>
        </p:nvSpPr>
        <p:spPr>
          <a:xfrm>
            <a:off x="126383" y="3077737"/>
            <a:ext cx="1460809" cy="84749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1. User Management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4ABC63-C6DF-E5CA-3D3F-6F2C6674061D}"/>
              </a:ext>
            </a:extLst>
          </p:cNvPr>
          <p:cNvSpPr/>
          <p:nvPr/>
        </p:nvSpPr>
        <p:spPr>
          <a:xfrm>
            <a:off x="1641089" y="3077737"/>
            <a:ext cx="1460809" cy="84749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2. Service Management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BC40B5-3417-BC63-0578-45191648655A}"/>
              </a:ext>
            </a:extLst>
          </p:cNvPr>
          <p:cNvSpPr/>
          <p:nvPr/>
        </p:nvSpPr>
        <p:spPr>
          <a:xfrm>
            <a:off x="3155795" y="3077737"/>
            <a:ext cx="1416205" cy="84749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3. Booking &amp; Scheduling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A95027-F06F-822B-25DE-37EB7F21A11B}"/>
              </a:ext>
            </a:extLst>
          </p:cNvPr>
          <p:cNvSpPr/>
          <p:nvPr/>
        </p:nvSpPr>
        <p:spPr>
          <a:xfrm>
            <a:off x="4625897" y="3077737"/>
            <a:ext cx="1352086" cy="84749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4. Payment &amp; Billing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68817C-3C44-7297-E27E-756A8F2C1D4C}"/>
              </a:ext>
            </a:extLst>
          </p:cNvPr>
          <p:cNvSpPr/>
          <p:nvPr/>
        </p:nvSpPr>
        <p:spPr>
          <a:xfrm>
            <a:off x="6031880" y="3077737"/>
            <a:ext cx="1352086" cy="84749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5. Review &amp; Feedback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B35CCF-B93A-5E78-AC49-7891F3180FBC}"/>
              </a:ext>
            </a:extLst>
          </p:cNvPr>
          <p:cNvSpPr/>
          <p:nvPr/>
        </p:nvSpPr>
        <p:spPr>
          <a:xfrm>
            <a:off x="7437863" y="3077737"/>
            <a:ext cx="1352086" cy="84749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6. Admin &amp; Reporting</a:t>
            </a:r>
          </a:p>
        </p:txBody>
      </p: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EA312504-D93D-BE0C-B51C-5946A6D512AE}"/>
              </a:ext>
            </a:extLst>
          </p:cNvPr>
          <p:cNvCxnSpPr>
            <a:cxnSpLocks/>
            <a:stCxn id="11" idx="2"/>
          </p:cNvCxnSpPr>
          <p:nvPr/>
        </p:nvCxnSpPr>
        <p:spPr>
          <a:xfrm rot="5400000">
            <a:off x="3654813" y="2422602"/>
            <a:ext cx="970157" cy="34011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7A72DC37-95BD-8358-DC86-704B3DC63960}"/>
              </a:ext>
            </a:extLst>
          </p:cNvPr>
          <p:cNvCxnSpPr>
            <a:cxnSpLocks/>
            <a:endCxn id="14" idx="0"/>
          </p:cNvCxnSpPr>
          <p:nvPr/>
        </p:nvCxnSpPr>
        <p:spPr>
          <a:xfrm rot="10800000" flipV="1">
            <a:off x="2371494" y="2592657"/>
            <a:ext cx="1938452" cy="48507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8D16B9E6-D1AF-BF63-25F1-F7423DA92115}"/>
              </a:ext>
            </a:extLst>
          </p:cNvPr>
          <p:cNvCxnSpPr>
            <a:cxnSpLocks/>
          </p:cNvCxnSpPr>
          <p:nvPr/>
        </p:nvCxnSpPr>
        <p:spPr>
          <a:xfrm rot="10800000" flipV="1">
            <a:off x="825193" y="2592654"/>
            <a:ext cx="1546301" cy="485081"/>
          </a:xfrm>
          <a:prstGeom prst="bentConnector3">
            <a:avLst>
              <a:gd name="adj1" fmla="val 9976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482DB9AE-676F-6A86-459E-EB78F8D91B3A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 rot="16200000" flipH="1">
            <a:off x="4320865" y="2096661"/>
            <a:ext cx="970157" cy="991993"/>
          </a:xfrm>
          <a:prstGeom prst="bentConnector3">
            <a:avLst>
              <a:gd name="adj1" fmla="val 5115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4E08E391-015D-DF7A-FED3-084399EC54D1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5301939" y="2592656"/>
            <a:ext cx="1405984" cy="48508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9114DF29-1E42-6306-6D99-C68032B7D280}"/>
              </a:ext>
            </a:extLst>
          </p:cNvPr>
          <p:cNvCxnSpPr>
            <a:cxnSpLocks/>
          </p:cNvCxnSpPr>
          <p:nvPr/>
        </p:nvCxnSpPr>
        <p:spPr>
          <a:xfrm>
            <a:off x="6707923" y="2592655"/>
            <a:ext cx="1405984" cy="48508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067289D8-3A79-71F9-9358-CDA98D3E2305}"/>
              </a:ext>
            </a:extLst>
          </p:cNvPr>
          <p:cNvSpPr txBox="1"/>
          <p:nvPr/>
        </p:nvSpPr>
        <p:spPr>
          <a:xfrm>
            <a:off x="433642" y="4196548"/>
            <a:ext cx="783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Urvish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97F07CE-3882-E2AE-F78F-FB98D4DAF36A}"/>
              </a:ext>
            </a:extLst>
          </p:cNvPr>
          <p:cNvSpPr txBox="1"/>
          <p:nvPr/>
        </p:nvSpPr>
        <p:spPr>
          <a:xfrm>
            <a:off x="3568566" y="4197096"/>
            <a:ext cx="7200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Krunal</a:t>
            </a:r>
            <a:endParaRPr lang="en-US" sz="1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B9BA70-DE89-31A4-15D1-4DAF0FA8479A}"/>
              </a:ext>
            </a:extLst>
          </p:cNvPr>
          <p:cNvSpPr txBox="1"/>
          <p:nvPr/>
        </p:nvSpPr>
        <p:spPr>
          <a:xfrm>
            <a:off x="4972195" y="4196548"/>
            <a:ext cx="6687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Monil</a:t>
            </a:r>
            <a:endParaRPr lang="en-US" sz="28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D60B183-4A0A-2E47-0DA4-8238B9606007}"/>
              </a:ext>
            </a:extLst>
          </p:cNvPr>
          <p:cNvSpPr txBox="1"/>
          <p:nvPr/>
        </p:nvSpPr>
        <p:spPr>
          <a:xfrm>
            <a:off x="6356396" y="4196548"/>
            <a:ext cx="8547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Dhrumil</a:t>
            </a:r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9608807-0968-D44C-443A-4E29CF9A7A6A}"/>
              </a:ext>
            </a:extLst>
          </p:cNvPr>
          <p:cNvSpPr txBox="1"/>
          <p:nvPr/>
        </p:nvSpPr>
        <p:spPr>
          <a:xfrm>
            <a:off x="7790933" y="419654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Krish</a:t>
            </a:r>
            <a:endParaRPr lang="en-US" sz="11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1A9510F-321D-CA71-C571-A6578B582371}"/>
              </a:ext>
            </a:extLst>
          </p:cNvPr>
          <p:cNvSpPr txBox="1"/>
          <p:nvPr/>
        </p:nvSpPr>
        <p:spPr>
          <a:xfrm>
            <a:off x="2040634" y="4196548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Anish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694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 err="1"/>
              <a:t>Fixora</a:t>
            </a:r>
            <a:r>
              <a:rPr lang="en-US" sz="3200" dirty="0"/>
              <a:t> – Fishbone Diagram</a:t>
            </a:r>
            <a:endParaRPr sz="32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C180E42-5562-43A1-7ED9-BF0019D84DC7}"/>
              </a:ext>
            </a:extLst>
          </p:cNvPr>
          <p:cNvCxnSpPr>
            <a:cxnSpLocks/>
          </p:cNvCxnSpPr>
          <p:nvPr/>
        </p:nvCxnSpPr>
        <p:spPr>
          <a:xfrm>
            <a:off x="457200" y="3624146"/>
            <a:ext cx="73263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6DFA265-7D6C-7A76-7BD1-46ABFEDA141E}"/>
              </a:ext>
            </a:extLst>
          </p:cNvPr>
          <p:cNvSpPr txBox="1"/>
          <p:nvPr/>
        </p:nvSpPr>
        <p:spPr>
          <a:xfrm>
            <a:off x="8095786" y="3439480"/>
            <a:ext cx="744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Fixora</a:t>
            </a:r>
            <a:endParaRPr lang="en-US" dirty="0"/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0484C561-B1C0-646D-ECB3-A3F25CE11231}"/>
              </a:ext>
            </a:extLst>
          </p:cNvPr>
          <p:cNvSpPr/>
          <p:nvPr/>
        </p:nvSpPr>
        <p:spPr>
          <a:xfrm>
            <a:off x="7950820" y="3439480"/>
            <a:ext cx="1059365" cy="369332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rame 13">
            <a:extLst>
              <a:ext uri="{FF2B5EF4-FFF2-40B4-BE49-F238E27FC236}">
                <a16:creationId xmlns:a16="http://schemas.microsoft.com/office/drawing/2014/main" id="{1D93EA0C-F20E-8EBD-9F2F-E3375F2A7EC6}"/>
              </a:ext>
            </a:extLst>
          </p:cNvPr>
          <p:cNvSpPr/>
          <p:nvPr/>
        </p:nvSpPr>
        <p:spPr>
          <a:xfrm>
            <a:off x="457199" y="1353693"/>
            <a:ext cx="1192213" cy="530863"/>
          </a:xfrm>
          <a:prstGeom prst="frame">
            <a:avLst>
              <a:gd name="adj1" fmla="val 1254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1. User Management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772E193-818B-63D0-433C-ACD13E38C58E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1053306" y="1884556"/>
            <a:ext cx="541318" cy="17395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3A0851E-EB4F-9DC2-729A-EE7A9DE0166B}"/>
              </a:ext>
            </a:extLst>
          </p:cNvPr>
          <p:cNvSpPr txBox="1"/>
          <p:nvPr/>
        </p:nvSpPr>
        <p:spPr>
          <a:xfrm>
            <a:off x="27878" y="1978044"/>
            <a:ext cx="858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Register Household Customer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41CBA6-EE00-E11A-F3CD-40D3BEAAC836}"/>
              </a:ext>
            </a:extLst>
          </p:cNvPr>
          <p:cNvSpPr txBox="1"/>
          <p:nvPr/>
        </p:nvSpPr>
        <p:spPr>
          <a:xfrm>
            <a:off x="1523105" y="1986094"/>
            <a:ext cx="724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Register Service Professional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0AFE8F-C9C9-8A2C-4793-1548455496F7}"/>
              </a:ext>
            </a:extLst>
          </p:cNvPr>
          <p:cNvSpPr txBox="1"/>
          <p:nvPr/>
        </p:nvSpPr>
        <p:spPr>
          <a:xfrm>
            <a:off x="104348" y="2476994"/>
            <a:ext cx="40908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Login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14A3A2-F40C-1E8C-BC31-D5A64638413A}"/>
              </a:ext>
            </a:extLst>
          </p:cNvPr>
          <p:cNvSpPr txBox="1"/>
          <p:nvPr/>
        </p:nvSpPr>
        <p:spPr>
          <a:xfrm>
            <a:off x="1649413" y="2624377"/>
            <a:ext cx="10278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Manage user profile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247DBC-DAC1-FCC5-928D-04FDAAE24B35}"/>
              </a:ext>
            </a:extLst>
          </p:cNvPr>
          <p:cNvSpPr txBox="1"/>
          <p:nvPr/>
        </p:nvSpPr>
        <p:spPr>
          <a:xfrm>
            <a:off x="27878" y="3022116"/>
            <a:ext cx="11689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Update Personal Detail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A9A1A8-C46F-F175-6FDA-3AAB91C7928A}"/>
              </a:ext>
            </a:extLst>
          </p:cNvPr>
          <p:cNvSpPr txBox="1"/>
          <p:nvPr/>
        </p:nvSpPr>
        <p:spPr>
          <a:xfrm>
            <a:off x="1873404" y="3010964"/>
            <a:ext cx="9861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Deactivate account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E99A5FB-88E7-D1FA-E784-59BC3F9D45D6}"/>
              </a:ext>
            </a:extLst>
          </p:cNvPr>
          <p:cNvCxnSpPr/>
          <p:nvPr/>
        </p:nvCxnSpPr>
        <p:spPr>
          <a:xfrm>
            <a:off x="613317" y="2208876"/>
            <a:ext cx="512956" cy="80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E2153F6-6CC4-1C32-7DCE-D990DC7F63C1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513434" y="2584716"/>
            <a:ext cx="7916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1AE286A-97AE-B2AE-E480-90A9707F5B58}"/>
              </a:ext>
            </a:extLst>
          </p:cNvPr>
          <p:cNvCxnSpPr>
            <a:cxnSpLocks/>
          </p:cNvCxnSpPr>
          <p:nvPr/>
        </p:nvCxnSpPr>
        <p:spPr>
          <a:xfrm>
            <a:off x="1053306" y="3129838"/>
            <a:ext cx="3852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A2E777D-1D83-C2C3-A6BA-C715B9C66A68}"/>
              </a:ext>
            </a:extLst>
          </p:cNvPr>
          <p:cNvCxnSpPr>
            <a:stCxn id="22" idx="1"/>
          </p:cNvCxnSpPr>
          <p:nvPr/>
        </p:nvCxnSpPr>
        <p:spPr>
          <a:xfrm flipH="1" flipV="1">
            <a:off x="1126273" y="2216926"/>
            <a:ext cx="39683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D68592D-E95E-099E-7E41-A7C7A7770ACF}"/>
              </a:ext>
            </a:extLst>
          </p:cNvPr>
          <p:cNvCxnSpPr>
            <a:stCxn id="24" idx="1"/>
          </p:cNvCxnSpPr>
          <p:nvPr/>
        </p:nvCxnSpPr>
        <p:spPr>
          <a:xfrm flipH="1">
            <a:off x="1304692" y="2732099"/>
            <a:ext cx="3447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4080BE8-4EF4-B03F-5FA0-7F99A006B7B4}"/>
              </a:ext>
            </a:extLst>
          </p:cNvPr>
          <p:cNvCxnSpPr>
            <a:stCxn id="26" idx="1"/>
          </p:cNvCxnSpPr>
          <p:nvPr/>
        </p:nvCxnSpPr>
        <p:spPr>
          <a:xfrm flipH="1">
            <a:off x="1438507" y="3118686"/>
            <a:ext cx="4348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rame 39">
            <a:extLst>
              <a:ext uri="{FF2B5EF4-FFF2-40B4-BE49-F238E27FC236}">
                <a16:creationId xmlns:a16="http://schemas.microsoft.com/office/drawing/2014/main" id="{47DF071D-2297-CB57-D74C-CB996200A56C}"/>
              </a:ext>
            </a:extLst>
          </p:cNvPr>
          <p:cNvSpPr/>
          <p:nvPr/>
        </p:nvSpPr>
        <p:spPr>
          <a:xfrm>
            <a:off x="457200" y="5397190"/>
            <a:ext cx="1192213" cy="59100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2. Service Management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4E1878C-067F-DFD1-79BF-EE1AD80AA59E}"/>
              </a:ext>
            </a:extLst>
          </p:cNvPr>
          <p:cNvCxnSpPr>
            <a:stCxn id="40" idx="0"/>
          </p:cNvCxnSpPr>
          <p:nvPr/>
        </p:nvCxnSpPr>
        <p:spPr>
          <a:xfrm flipV="1">
            <a:off x="1053307" y="3624146"/>
            <a:ext cx="820097" cy="1773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B6C48AC-0268-B351-C077-381C5D3E787A}"/>
              </a:ext>
            </a:extLst>
          </p:cNvPr>
          <p:cNvSpPr txBox="1"/>
          <p:nvPr/>
        </p:nvSpPr>
        <p:spPr>
          <a:xfrm>
            <a:off x="495229" y="3854978"/>
            <a:ext cx="809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Create service categories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55EA171-A061-65E5-B2BC-536ADBD96CC6}"/>
              </a:ext>
            </a:extLst>
          </p:cNvPr>
          <p:cNvSpPr txBox="1"/>
          <p:nvPr/>
        </p:nvSpPr>
        <p:spPr>
          <a:xfrm>
            <a:off x="59745" y="4289699"/>
            <a:ext cx="10358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List available service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D83DAF0-F8CF-03CA-7460-AEF76EAA58A8}"/>
              </a:ext>
            </a:extLst>
          </p:cNvPr>
          <p:cNvSpPr txBox="1"/>
          <p:nvPr/>
        </p:nvSpPr>
        <p:spPr>
          <a:xfrm>
            <a:off x="-46888" y="4643640"/>
            <a:ext cx="95571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Service availability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E68446F-57E0-4B26-FD24-1F78D15977FD}"/>
              </a:ext>
            </a:extLst>
          </p:cNvPr>
          <p:cNvSpPr txBox="1"/>
          <p:nvPr/>
        </p:nvSpPr>
        <p:spPr>
          <a:xfrm>
            <a:off x="1354631" y="4964339"/>
            <a:ext cx="820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Assign service to provider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6B54F91-53E4-9362-0F2E-416DB6C53DD1}"/>
              </a:ext>
            </a:extLst>
          </p:cNvPr>
          <p:cNvSpPr txBox="1"/>
          <p:nvPr/>
        </p:nvSpPr>
        <p:spPr>
          <a:xfrm>
            <a:off x="1885520" y="4129606"/>
            <a:ext cx="820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Enable/Disable service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689881C-1463-C5A2-D1DB-7BED1C8D13B3}"/>
              </a:ext>
            </a:extLst>
          </p:cNvPr>
          <p:cNvSpPr txBox="1"/>
          <p:nvPr/>
        </p:nvSpPr>
        <p:spPr>
          <a:xfrm>
            <a:off x="1655955" y="4521068"/>
            <a:ext cx="820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Manage service pricing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E42BCEB-2DDE-3B61-E0C7-F70F2244609C}"/>
              </a:ext>
            </a:extLst>
          </p:cNvPr>
          <p:cNvCxnSpPr/>
          <p:nvPr/>
        </p:nvCxnSpPr>
        <p:spPr>
          <a:xfrm>
            <a:off x="1126273" y="4024255"/>
            <a:ext cx="63840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23C5E58-4521-5446-9982-8D3F7C168502}"/>
              </a:ext>
            </a:extLst>
          </p:cNvPr>
          <p:cNvCxnSpPr>
            <a:stCxn id="50" idx="3"/>
          </p:cNvCxnSpPr>
          <p:nvPr/>
        </p:nvCxnSpPr>
        <p:spPr>
          <a:xfrm>
            <a:off x="1095606" y="4397421"/>
            <a:ext cx="4274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9F40487-3455-305D-7E55-66ED30D054C0}"/>
              </a:ext>
            </a:extLst>
          </p:cNvPr>
          <p:cNvCxnSpPr>
            <a:stCxn id="51" idx="3"/>
          </p:cNvCxnSpPr>
          <p:nvPr/>
        </p:nvCxnSpPr>
        <p:spPr>
          <a:xfrm>
            <a:off x="908823" y="4751362"/>
            <a:ext cx="445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85B0126-867A-8ABC-F5CC-46D0215FDB50}"/>
              </a:ext>
            </a:extLst>
          </p:cNvPr>
          <p:cNvCxnSpPr>
            <a:stCxn id="53" idx="1"/>
          </p:cNvCxnSpPr>
          <p:nvPr/>
        </p:nvCxnSpPr>
        <p:spPr>
          <a:xfrm flipH="1" flipV="1">
            <a:off x="1594624" y="4289699"/>
            <a:ext cx="290896" cy="91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AD4A56C-FC78-5870-2D1F-9FA63E5361BD}"/>
              </a:ext>
            </a:extLst>
          </p:cNvPr>
          <p:cNvCxnSpPr>
            <a:stCxn id="52" idx="1"/>
          </p:cNvCxnSpPr>
          <p:nvPr/>
        </p:nvCxnSpPr>
        <p:spPr>
          <a:xfrm flipH="1">
            <a:off x="1126273" y="5133616"/>
            <a:ext cx="2283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190AC3FB-69B8-A2E0-8B4F-97CAF58A316D}"/>
              </a:ext>
            </a:extLst>
          </p:cNvPr>
          <p:cNvCxnSpPr>
            <a:stCxn id="54" idx="1"/>
          </p:cNvCxnSpPr>
          <p:nvPr/>
        </p:nvCxnSpPr>
        <p:spPr>
          <a:xfrm flipH="1">
            <a:off x="1354631" y="4690345"/>
            <a:ext cx="3013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rame 66">
            <a:extLst>
              <a:ext uri="{FF2B5EF4-FFF2-40B4-BE49-F238E27FC236}">
                <a16:creationId xmlns:a16="http://schemas.microsoft.com/office/drawing/2014/main" id="{1CD7EC80-350B-E3FF-C387-7C05E191E3CE}"/>
              </a:ext>
            </a:extLst>
          </p:cNvPr>
          <p:cNvSpPr/>
          <p:nvPr/>
        </p:nvSpPr>
        <p:spPr>
          <a:xfrm>
            <a:off x="2928162" y="1353692"/>
            <a:ext cx="1192213" cy="530863"/>
          </a:xfrm>
          <a:prstGeom prst="frame">
            <a:avLst>
              <a:gd name="adj1" fmla="val 1254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3. Booking &amp; Scheduling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F0049B7A-9A84-7B2F-DD34-1F42141332C5}"/>
              </a:ext>
            </a:extLst>
          </p:cNvPr>
          <p:cNvCxnSpPr>
            <a:cxnSpLocks/>
            <a:stCxn id="67" idx="2"/>
          </p:cNvCxnSpPr>
          <p:nvPr/>
        </p:nvCxnSpPr>
        <p:spPr>
          <a:xfrm>
            <a:off x="3524269" y="1884555"/>
            <a:ext cx="1006630" cy="17563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Frame 69">
            <a:extLst>
              <a:ext uri="{FF2B5EF4-FFF2-40B4-BE49-F238E27FC236}">
                <a16:creationId xmlns:a16="http://schemas.microsoft.com/office/drawing/2014/main" id="{D94F1D98-574B-69B3-8216-4C55BF34B21A}"/>
              </a:ext>
            </a:extLst>
          </p:cNvPr>
          <p:cNvSpPr/>
          <p:nvPr/>
        </p:nvSpPr>
        <p:spPr>
          <a:xfrm>
            <a:off x="3274496" y="5397190"/>
            <a:ext cx="1192213" cy="59100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4. Payment &amp; Billing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5DC26E2-D7E9-1295-F739-243AFF2FBC74}"/>
              </a:ext>
            </a:extLst>
          </p:cNvPr>
          <p:cNvCxnSpPr>
            <a:stCxn id="70" idx="0"/>
          </p:cNvCxnSpPr>
          <p:nvPr/>
        </p:nvCxnSpPr>
        <p:spPr>
          <a:xfrm flipV="1">
            <a:off x="3870603" y="3624146"/>
            <a:ext cx="858160" cy="17730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Frame 72">
            <a:extLst>
              <a:ext uri="{FF2B5EF4-FFF2-40B4-BE49-F238E27FC236}">
                <a16:creationId xmlns:a16="http://schemas.microsoft.com/office/drawing/2014/main" id="{4FEC8EE9-610B-C170-D6D5-14FCD4E8BF52}"/>
              </a:ext>
            </a:extLst>
          </p:cNvPr>
          <p:cNvSpPr/>
          <p:nvPr/>
        </p:nvSpPr>
        <p:spPr>
          <a:xfrm>
            <a:off x="5771240" y="1331430"/>
            <a:ext cx="1192213" cy="530863"/>
          </a:xfrm>
          <a:prstGeom prst="frame">
            <a:avLst>
              <a:gd name="adj1" fmla="val 1254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5. Review &amp; feedback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32CBB969-B836-250F-6A2F-03447B1E5F82}"/>
              </a:ext>
            </a:extLst>
          </p:cNvPr>
          <p:cNvCxnSpPr>
            <a:stCxn id="73" idx="2"/>
          </p:cNvCxnSpPr>
          <p:nvPr/>
        </p:nvCxnSpPr>
        <p:spPr>
          <a:xfrm>
            <a:off x="6367347" y="1862293"/>
            <a:ext cx="928339" cy="1739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Frame 76">
            <a:extLst>
              <a:ext uri="{FF2B5EF4-FFF2-40B4-BE49-F238E27FC236}">
                <a16:creationId xmlns:a16="http://schemas.microsoft.com/office/drawing/2014/main" id="{EA429C7B-B989-F59C-2995-4079FF5854A2}"/>
              </a:ext>
            </a:extLst>
          </p:cNvPr>
          <p:cNvSpPr/>
          <p:nvPr/>
        </p:nvSpPr>
        <p:spPr>
          <a:xfrm>
            <a:off x="6066267" y="5397190"/>
            <a:ext cx="1192213" cy="591004"/>
          </a:xfrm>
          <a:prstGeom prst="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6. Admin &amp; Reporting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17BDD017-BCEC-41D9-981B-EDD6738EC5FA}"/>
              </a:ext>
            </a:extLst>
          </p:cNvPr>
          <p:cNvCxnSpPr>
            <a:stCxn id="77" idx="0"/>
          </p:cNvCxnSpPr>
          <p:nvPr/>
        </p:nvCxnSpPr>
        <p:spPr>
          <a:xfrm flipV="1">
            <a:off x="6662374" y="3640873"/>
            <a:ext cx="919492" cy="17563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1C420048-3CF2-E6A3-BEE7-C69DFA770340}"/>
              </a:ext>
            </a:extLst>
          </p:cNvPr>
          <p:cNvSpPr txBox="1"/>
          <p:nvPr/>
        </p:nvSpPr>
        <p:spPr>
          <a:xfrm>
            <a:off x="2247935" y="2023136"/>
            <a:ext cx="776417" cy="345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Search service by location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B5FC709-27A3-CC51-63B2-F121CA5FE39F}"/>
              </a:ext>
            </a:extLst>
          </p:cNvPr>
          <p:cNvSpPr txBox="1"/>
          <p:nvPr/>
        </p:nvSpPr>
        <p:spPr>
          <a:xfrm>
            <a:off x="2665699" y="2485437"/>
            <a:ext cx="576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Select service provider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BBF6014-63C2-D505-1D3A-D56F31862BE1}"/>
              </a:ext>
            </a:extLst>
          </p:cNvPr>
          <p:cNvSpPr txBox="1"/>
          <p:nvPr/>
        </p:nvSpPr>
        <p:spPr>
          <a:xfrm>
            <a:off x="4027584" y="1951239"/>
            <a:ext cx="9283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Check provider availability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C5AB6C5-2533-6C8F-FC99-CBE59C888A8E}"/>
              </a:ext>
            </a:extLst>
          </p:cNvPr>
          <p:cNvSpPr txBox="1"/>
          <p:nvPr/>
        </p:nvSpPr>
        <p:spPr>
          <a:xfrm>
            <a:off x="2857453" y="3097470"/>
            <a:ext cx="737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Book Service appointment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5F956AF-6A75-22BB-F53E-700E6842ED8F}"/>
              </a:ext>
            </a:extLst>
          </p:cNvPr>
          <p:cNvSpPr txBox="1"/>
          <p:nvPr/>
        </p:nvSpPr>
        <p:spPr>
          <a:xfrm>
            <a:off x="4241528" y="2414458"/>
            <a:ext cx="10246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Reschedule booking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FD670E3-EFCC-A185-8B6F-BEB6FE2A96DE}"/>
              </a:ext>
            </a:extLst>
          </p:cNvPr>
          <p:cNvSpPr txBox="1"/>
          <p:nvPr/>
        </p:nvSpPr>
        <p:spPr>
          <a:xfrm>
            <a:off x="4470114" y="2795252"/>
            <a:ext cx="82266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Cancel Booking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64084BF-E306-18A5-D222-BBE465472F77}"/>
              </a:ext>
            </a:extLst>
          </p:cNvPr>
          <p:cNvSpPr txBox="1"/>
          <p:nvPr/>
        </p:nvSpPr>
        <p:spPr>
          <a:xfrm>
            <a:off x="4742926" y="3175486"/>
            <a:ext cx="7681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Track booking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B499874-C9F8-7909-4B9C-C678A443A41A}"/>
              </a:ext>
            </a:extLst>
          </p:cNvPr>
          <p:cNvCxnSpPr>
            <a:stCxn id="80" idx="3"/>
          </p:cNvCxnSpPr>
          <p:nvPr/>
        </p:nvCxnSpPr>
        <p:spPr>
          <a:xfrm flipV="1">
            <a:off x="3024352" y="2195838"/>
            <a:ext cx="66711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8C8C4B9E-91F5-07DD-A61F-985F30D64A2E}"/>
              </a:ext>
            </a:extLst>
          </p:cNvPr>
          <p:cNvCxnSpPr/>
          <p:nvPr/>
        </p:nvCxnSpPr>
        <p:spPr>
          <a:xfrm>
            <a:off x="3108960" y="2716269"/>
            <a:ext cx="91862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DE67CA4-C0F8-2970-EC1F-496B74208B7A}"/>
              </a:ext>
            </a:extLst>
          </p:cNvPr>
          <p:cNvCxnSpPr>
            <a:stCxn id="83" idx="3"/>
          </p:cNvCxnSpPr>
          <p:nvPr/>
        </p:nvCxnSpPr>
        <p:spPr>
          <a:xfrm>
            <a:off x="3594978" y="3266747"/>
            <a:ext cx="7124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7F1D4183-C34F-6F66-A82D-1F0F37901CA8}"/>
              </a:ext>
            </a:extLst>
          </p:cNvPr>
          <p:cNvCxnSpPr>
            <a:stCxn id="82" idx="1"/>
          </p:cNvCxnSpPr>
          <p:nvPr/>
        </p:nvCxnSpPr>
        <p:spPr>
          <a:xfrm flipH="1">
            <a:off x="3691467" y="2120516"/>
            <a:ext cx="33611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3697A638-77FE-9D43-F21E-B44E32FDAA76}"/>
              </a:ext>
            </a:extLst>
          </p:cNvPr>
          <p:cNvCxnSpPr>
            <a:stCxn id="84" idx="1"/>
          </p:cNvCxnSpPr>
          <p:nvPr/>
        </p:nvCxnSpPr>
        <p:spPr>
          <a:xfrm flipH="1">
            <a:off x="3859525" y="2522180"/>
            <a:ext cx="3820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7D02009F-476C-05B6-B1BE-DD64BCCCD70C}"/>
              </a:ext>
            </a:extLst>
          </p:cNvPr>
          <p:cNvCxnSpPr>
            <a:stCxn id="85" idx="1"/>
          </p:cNvCxnSpPr>
          <p:nvPr/>
        </p:nvCxnSpPr>
        <p:spPr>
          <a:xfrm flipH="1">
            <a:off x="4120375" y="2902974"/>
            <a:ext cx="3497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B5B650D9-2841-A544-7F2C-B8CC68D262AF}"/>
              </a:ext>
            </a:extLst>
          </p:cNvPr>
          <p:cNvCxnSpPr>
            <a:stCxn id="86" idx="1"/>
          </p:cNvCxnSpPr>
          <p:nvPr/>
        </p:nvCxnSpPr>
        <p:spPr>
          <a:xfrm flipH="1">
            <a:off x="4307399" y="3283208"/>
            <a:ext cx="4355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D10C68A1-F1E9-0282-E4C1-C5BE127AD9E9}"/>
              </a:ext>
            </a:extLst>
          </p:cNvPr>
          <p:cNvSpPr txBox="1"/>
          <p:nvPr/>
        </p:nvSpPr>
        <p:spPr>
          <a:xfrm>
            <a:off x="2902877" y="3799796"/>
            <a:ext cx="107753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Calculate service cost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7AB90B0-D088-E75C-28A2-C83F4C24BDCA}"/>
              </a:ext>
            </a:extLst>
          </p:cNvPr>
          <p:cNvSpPr txBox="1"/>
          <p:nvPr/>
        </p:nvSpPr>
        <p:spPr>
          <a:xfrm>
            <a:off x="2778597" y="4159119"/>
            <a:ext cx="10695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Platform commission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92350C0-88E7-35D3-A94B-C0E9113BA28C}"/>
              </a:ext>
            </a:extLst>
          </p:cNvPr>
          <p:cNvSpPr txBox="1"/>
          <p:nvPr/>
        </p:nvSpPr>
        <p:spPr>
          <a:xfrm>
            <a:off x="2694301" y="4493941"/>
            <a:ext cx="89639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Process payment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7913BA1-DD25-84D1-E3E4-A4B3F7BD734E}"/>
              </a:ext>
            </a:extLst>
          </p:cNvPr>
          <p:cNvSpPr txBox="1"/>
          <p:nvPr/>
        </p:nvSpPr>
        <p:spPr>
          <a:xfrm>
            <a:off x="2609823" y="4856617"/>
            <a:ext cx="8707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Payment receipt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86D314C-57C5-6170-2B64-03DA2DFC5B11}"/>
              </a:ext>
            </a:extLst>
          </p:cNvPr>
          <p:cNvSpPr txBox="1"/>
          <p:nvPr/>
        </p:nvSpPr>
        <p:spPr>
          <a:xfrm>
            <a:off x="4753847" y="4062007"/>
            <a:ext cx="78739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Handle refund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72C6FF6-9E76-F271-11F9-BD846ACE24E6}"/>
              </a:ext>
            </a:extLst>
          </p:cNvPr>
          <p:cNvSpPr txBox="1"/>
          <p:nvPr/>
        </p:nvSpPr>
        <p:spPr>
          <a:xfrm>
            <a:off x="4616374" y="4397421"/>
            <a:ext cx="1021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Maintain transaction records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BBB787E-DFDF-F58E-3760-5FC1407EF4E0}"/>
              </a:ext>
            </a:extLst>
          </p:cNvPr>
          <p:cNvSpPr txBox="1"/>
          <p:nvPr/>
        </p:nvSpPr>
        <p:spPr>
          <a:xfrm>
            <a:off x="4454527" y="4839841"/>
            <a:ext cx="9194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Update payment status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C774F7ED-0DE4-00E3-EC5F-B97E19DE77D8}"/>
              </a:ext>
            </a:extLst>
          </p:cNvPr>
          <p:cNvCxnSpPr>
            <a:stCxn id="101" idx="3"/>
          </p:cNvCxnSpPr>
          <p:nvPr/>
        </p:nvCxnSpPr>
        <p:spPr>
          <a:xfrm>
            <a:off x="3980416" y="3907518"/>
            <a:ext cx="6359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2E92DBB6-E162-BBD5-600E-F123779D7C51}"/>
              </a:ext>
            </a:extLst>
          </p:cNvPr>
          <p:cNvCxnSpPr>
            <a:stCxn id="102" idx="3"/>
          </p:cNvCxnSpPr>
          <p:nvPr/>
        </p:nvCxnSpPr>
        <p:spPr>
          <a:xfrm>
            <a:off x="3848121" y="4266841"/>
            <a:ext cx="54777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DD409619-6C0D-8FFB-D5E8-D209AF944A15}"/>
              </a:ext>
            </a:extLst>
          </p:cNvPr>
          <p:cNvCxnSpPr>
            <a:stCxn id="103" idx="3"/>
          </p:cNvCxnSpPr>
          <p:nvPr/>
        </p:nvCxnSpPr>
        <p:spPr>
          <a:xfrm>
            <a:off x="3590700" y="4601663"/>
            <a:ext cx="65082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EB4CEA6F-5DF3-390E-4F95-53AD6CAA6939}"/>
              </a:ext>
            </a:extLst>
          </p:cNvPr>
          <p:cNvCxnSpPr>
            <a:stCxn id="104" idx="3"/>
          </p:cNvCxnSpPr>
          <p:nvPr/>
        </p:nvCxnSpPr>
        <p:spPr>
          <a:xfrm>
            <a:off x="3480574" y="4964339"/>
            <a:ext cx="5699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067CB85B-1AF2-7A33-3F68-E51C450AF164}"/>
              </a:ext>
            </a:extLst>
          </p:cNvPr>
          <p:cNvCxnSpPr>
            <a:stCxn id="105" idx="1"/>
          </p:cNvCxnSpPr>
          <p:nvPr/>
        </p:nvCxnSpPr>
        <p:spPr>
          <a:xfrm flipH="1">
            <a:off x="4470114" y="4169729"/>
            <a:ext cx="28373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F2B06DDB-F358-C833-3499-F3E032FB7F9C}"/>
              </a:ext>
            </a:extLst>
          </p:cNvPr>
          <p:cNvCxnSpPr>
            <a:stCxn id="106" idx="1"/>
          </p:cNvCxnSpPr>
          <p:nvPr/>
        </p:nvCxnSpPr>
        <p:spPr>
          <a:xfrm flipH="1">
            <a:off x="4295244" y="4566698"/>
            <a:ext cx="3211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096DD789-3C12-7184-8248-0B6BF0DDCF7C}"/>
              </a:ext>
            </a:extLst>
          </p:cNvPr>
          <p:cNvCxnSpPr>
            <a:stCxn id="107" idx="1"/>
          </p:cNvCxnSpPr>
          <p:nvPr/>
        </p:nvCxnSpPr>
        <p:spPr>
          <a:xfrm flipH="1">
            <a:off x="4050526" y="5009118"/>
            <a:ext cx="4040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6F63F037-1314-5DE1-1CA2-E377FCB26D2F}"/>
              </a:ext>
            </a:extLst>
          </p:cNvPr>
          <p:cNvSpPr txBox="1"/>
          <p:nvPr/>
        </p:nvSpPr>
        <p:spPr>
          <a:xfrm>
            <a:off x="5219180" y="2029082"/>
            <a:ext cx="79060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Service ratings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4755FDB8-D7BC-6746-165A-86C1E56B8F81}"/>
              </a:ext>
            </a:extLst>
          </p:cNvPr>
          <p:cNvSpPr txBox="1"/>
          <p:nvPr/>
        </p:nvSpPr>
        <p:spPr>
          <a:xfrm>
            <a:off x="5314191" y="2500825"/>
            <a:ext cx="8467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Provider ratings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56280898-1EB5-F520-5543-97F9908E3DC1}"/>
              </a:ext>
            </a:extLst>
          </p:cNvPr>
          <p:cNvSpPr txBox="1"/>
          <p:nvPr/>
        </p:nvSpPr>
        <p:spPr>
          <a:xfrm>
            <a:off x="5442043" y="2857703"/>
            <a:ext cx="10066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Manage customer feedbacks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F6761AE-F7C9-14EF-A069-44F65C3BB5C7}"/>
              </a:ext>
            </a:extLst>
          </p:cNvPr>
          <p:cNvSpPr txBox="1"/>
          <p:nvPr/>
        </p:nvSpPr>
        <p:spPr>
          <a:xfrm>
            <a:off x="6896065" y="2143227"/>
            <a:ext cx="105670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Report service issues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9866027-5F5F-3042-5348-3D696CD18D76}"/>
              </a:ext>
            </a:extLst>
          </p:cNvPr>
          <p:cNvSpPr txBox="1"/>
          <p:nvPr/>
        </p:nvSpPr>
        <p:spPr>
          <a:xfrm>
            <a:off x="7254240" y="2673531"/>
            <a:ext cx="82747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Service reviews</a:t>
            </a: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453B06A8-7C80-5FEE-BF26-1DBA57322707}"/>
              </a:ext>
            </a:extLst>
          </p:cNvPr>
          <p:cNvCxnSpPr>
            <a:stCxn id="122" idx="3"/>
          </p:cNvCxnSpPr>
          <p:nvPr/>
        </p:nvCxnSpPr>
        <p:spPr>
          <a:xfrm>
            <a:off x="6009781" y="2136804"/>
            <a:ext cx="521648" cy="6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BE69798D-B746-9346-0EF8-9AEFD4AECFA8}"/>
              </a:ext>
            </a:extLst>
          </p:cNvPr>
          <p:cNvCxnSpPr>
            <a:stCxn id="123" idx="3"/>
          </p:cNvCxnSpPr>
          <p:nvPr/>
        </p:nvCxnSpPr>
        <p:spPr>
          <a:xfrm>
            <a:off x="6160898" y="2608547"/>
            <a:ext cx="59695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749050E1-E495-0AA0-C345-027D18309CDB}"/>
              </a:ext>
            </a:extLst>
          </p:cNvPr>
          <p:cNvCxnSpPr>
            <a:stCxn id="124" idx="3"/>
          </p:cNvCxnSpPr>
          <p:nvPr/>
        </p:nvCxnSpPr>
        <p:spPr>
          <a:xfrm flipV="1">
            <a:off x="6448673" y="3022116"/>
            <a:ext cx="514780" cy="4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0419B7D8-D49F-D96D-4B49-B687C558B7F5}"/>
              </a:ext>
            </a:extLst>
          </p:cNvPr>
          <p:cNvCxnSpPr>
            <a:stCxn id="125" idx="1"/>
          </p:cNvCxnSpPr>
          <p:nvPr/>
        </p:nvCxnSpPr>
        <p:spPr>
          <a:xfrm flipH="1" flipV="1">
            <a:off x="6531429" y="2244526"/>
            <a:ext cx="364636" cy="6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AAA8A4FD-F58C-CBF9-CCDB-917C7401D26B}"/>
              </a:ext>
            </a:extLst>
          </p:cNvPr>
          <p:cNvCxnSpPr>
            <a:stCxn id="126" idx="1"/>
          </p:cNvCxnSpPr>
          <p:nvPr/>
        </p:nvCxnSpPr>
        <p:spPr>
          <a:xfrm flipH="1">
            <a:off x="6896065" y="2781253"/>
            <a:ext cx="3581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43E25169-9911-BE3F-5E5A-48DE42CE909F}"/>
              </a:ext>
            </a:extLst>
          </p:cNvPr>
          <p:cNvSpPr txBox="1"/>
          <p:nvPr/>
        </p:nvSpPr>
        <p:spPr>
          <a:xfrm>
            <a:off x="5919541" y="3738241"/>
            <a:ext cx="10101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Monitors platform activity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4A9363FA-0461-E371-C28B-B2D3D075295B}"/>
              </a:ext>
            </a:extLst>
          </p:cNvPr>
          <p:cNvSpPr txBox="1"/>
          <p:nvPr/>
        </p:nvSpPr>
        <p:spPr>
          <a:xfrm>
            <a:off x="5623133" y="4150758"/>
            <a:ext cx="10003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Manage users &amp; providers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486DB88F-859E-1361-6D1F-0DD057499669}"/>
              </a:ext>
            </a:extLst>
          </p:cNvPr>
          <p:cNvSpPr txBox="1"/>
          <p:nvPr/>
        </p:nvSpPr>
        <p:spPr>
          <a:xfrm>
            <a:off x="5425246" y="4669076"/>
            <a:ext cx="10285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Approve service professionals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11DE790-E1CB-F3C7-D6A0-363D01142150}"/>
              </a:ext>
            </a:extLst>
          </p:cNvPr>
          <p:cNvSpPr txBox="1"/>
          <p:nvPr/>
        </p:nvSpPr>
        <p:spPr>
          <a:xfrm>
            <a:off x="5206246" y="5091716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Maintain audit logs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2D16C45-E349-F01E-7686-3C0486E01C41}"/>
              </a:ext>
            </a:extLst>
          </p:cNvPr>
          <p:cNvSpPr txBox="1"/>
          <p:nvPr/>
        </p:nvSpPr>
        <p:spPr>
          <a:xfrm>
            <a:off x="7851396" y="4036009"/>
            <a:ext cx="10188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Generate operational reports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579C79FE-95A6-F247-5505-C2FB66A9F493}"/>
              </a:ext>
            </a:extLst>
          </p:cNvPr>
          <p:cNvSpPr txBox="1"/>
          <p:nvPr/>
        </p:nvSpPr>
        <p:spPr>
          <a:xfrm>
            <a:off x="7540332" y="4509330"/>
            <a:ext cx="12811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Generate financial reports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633D226E-EF6E-B54D-61A0-5F05463DE16B}"/>
              </a:ext>
            </a:extLst>
          </p:cNvPr>
          <p:cNvSpPr txBox="1"/>
          <p:nvPr/>
        </p:nvSpPr>
        <p:spPr>
          <a:xfrm>
            <a:off x="7297783" y="4920343"/>
            <a:ext cx="13628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Track platform performance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06E77012-D7A2-C068-1963-5542148BE73D}"/>
              </a:ext>
            </a:extLst>
          </p:cNvPr>
          <p:cNvCxnSpPr>
            <a:cxnSpLocks/>
            <a:stCxn id="137" idx="3"/>
          </p:cNvCxnSpPr>
          <p:nvPr/>
        </p:nvCxnSpPr>
        <p:spPr>
          <a:xfrm>
            <a:off x="6929735" y="3907518"/>
            <a:ext cx="498676" cy="92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3D662788-D381-2D01-79A9-37BFF8089441}"/>
              </a:ext>
            </a:extLst>
          </p:cNvPr>
          <p:cNvCxnSpPr>
            <a:stCxn id="138" idx="3"/>
          </p:cNvCxnSpPr>
          <p:nvPr/>
        </p:nvCxnSpPr>
        <p:spPr>
          <a:xfrm flipV="1">
            <a:off x="6623495" y="4298883"/>
            <a:ext cx="569785" cy="211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97A389F2-91BE-3393-6621-27B84122BFE2}"/>
              </a:ext>
            </a:extLst>
          </p:cNvPr>
          <p:cNvCxnSpPr>
            <a:stCxn id="139" idx="3"/>
          </p:cNvCxnSpPr>
          <p:nvPr/>
        </p:nvCxnSpPr>
        <p:spPr>
          <a:xfrm>
            <a:off x="6453774" y="4838353"/>
            <a:ext cx="509679" cy="14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85C36028-3EC8-1DE0-4B4B-7EC591D0D1CD}"/>
              </a:ext>
            </a:extLst>
          </p:cNvPr>
          <p:cNvCxnSpPr>
            <a:stCxn id="140" idx="3"/>
          </p:cNvCxnSpPr>
          <p:nvPr/>
        </p:nvCxnSpPr>
        <p:spPr>
          <a:xfrm flipV="1">
            <a:off x="6197223" y="5178395"/>
            <a:ext cx="560628" cy="210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B9FD94DC-A3D7-9DDE-ECAE-3135BB7F10AD}"/>
              </a:ext>
            </a:extLst>
          </p:cNvPr>
          <p:cNvCxnSpPr>
            <a:stCxn id="141" idx="1"/>
          </p:cNvCxnSpPr>
          <p:nvPr/>
        </p:nvCxnSpPr>
        <p:spPr>
          <a:xfrm flipH="1" flipV="1">
            <a:off x="7295686" y="4193532"/>
            <a:ext cx="555710" cy="117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A1480821-E53E-7C6F-8018-DCF6BDCB1FE1}"/>
              </a:ext>
            </a:extLst>
          </p:cNvPr>
          <p:cNvCxnSpPr>
            <a:stCxn id="142" idx="1"/>
          </p:cNvCxnSpPr>
          <p:nvPr/>
        </p:nvCxnSpPr>
        <p:spPr>
          <a:xfrm flipH="1" flipV="1">
            <a:off x="7088777" y="4601663"/>
            <a:ext cx="451555" cy="15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8E4C7A36-D1B7-1E0B-4297-F3B0B35E016E}"/>
              </a:ext>
            </a:extLst>
          </p:cNvPr>
          <p:cNvCxnSpPr>
            <a:stCxn id="143" idx="1"/>
          </p:cNvCxnSpPr>
          <p:nvPr/>
        </p:nvCxnSpPr>
        <p:spPr>
          <a:xfrm flipH="1" flipV="1">
            <a:off x="6896065" y="5009118"/>
            <a:ext cx="401718" cy="189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55DBD81-F111-95C4-8C75-A221D02BA8DE}"/>
              </a:ext>
            </a:extLst>
          </p:cNvPr>
          <p:cNvSpPr txBox="1"/>
          <p:nvPr/>
        </p:nvSpPr>
        <p:spPr>
          <a:xfrm>
            <a:off x="110991" y="2776519"/>
            <a:ext cx="4732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Logout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F1B6212-8EA7-13BB-052C-258DFFBD684F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584197" y="2884241"/>
            <a:ext cx="7933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3191</TotalTime>
  <Words>178</Words>
  <Application>Microsoft Macintosh PowerPoint</Application>
  <PresentationFormat>On-screen Show (4:3)</PresentationFormat>
  <Paragraphs>61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Fixora – Functional Decomposition Diagram</vt:lpstr>
      <vt:lpstr>Fixora – Fishbone Diagram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Kakadiya, Krunal Gordhanbhai</cp:lastModifiedBy>
  <cp:revision>4</cp:revision>
  <dcterms:created xsi:type="dcterms:W3CDTF">2013-01-27T09:14:16Z</dcterms:created>
  <dcterms:modified xsi:type="dcterms:W3CDTF">2026-03-01T18:11:53Z</dcterms:modified>
  <cp:category/>
</cp:coreProperties>
</file>