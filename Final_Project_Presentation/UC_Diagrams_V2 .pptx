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92644-30CF-6CD1-579C-0420BF3D7D11}" v="146" dt="2026-03-23T01:00:41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D8991-A910-40DF-A924-11E291BF12DA}" type="datetimeFigureOut"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FF96B-EA2F-4187-8A69-5F8C68FFA1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8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Services Web 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" y="457200"/>
            <a:ext cx="8814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Use Case Diagram: User Management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" y="950976"/>
            <a:ext cx="8814816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042416"/>
            <a:ext cx="5943600" cy="3913632"/>
          </a:xfrm>
          <a:prstGeom prst="rect">
            <a:avLst/>
          </a:prstGeom>
          <a:solidFill>
            <a:srgbClr val="EAF1FB"/>
          </a:solidFill>
          <a:ln w="19050">
            <a:solidFill>
              <a:srgbClr val="9DC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1155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User Management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371600"/>
            <a:ext cx="2651760" cy="530352"/>
          </a:xfrm>
          <a:prstGeom prst="ellipse">
            <a:avLst/>
          </a:prstGeom>
          <a:solidFill>
            <a:schemeClr val="bg1"/>
          </a:solidFill>
          <a:ln w="2286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371600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95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Household Customer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57400" y="2029968"/>
            <a:ext cx="2651760" cy="530352"/>
          </a:xfrm>
          <a:prstGeom prst="ellipse">
            <a:avLst/>
          </a:prstGeom>
          <a:solidFill>
            <a:schemeClr val="bg1"/>
          </a:solidFill>
          <a:ln w="2286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2029968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Service Professional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57400" y="2688336"/>
            <a:ext cx="2651760" cy="530352"/>
          </a:xfrm>
          <a:prstGeom prst="ellipse">
            <a:avLst/>
          </a:prstGeom>
          <a:solidFill>
            <a:schemeClr val="bg1"/>
          </a:solidFill>
          <a:ln w="2286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2688336"/>
            <a:ext cx="2651760" cy="5303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Login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57400" y="3346704"/>
            <a:ext cx="2651760" cy="530352"/>
          </a:xfrm>
          <a:prstGeom prst="ellipse">
            <a:avLst/>
          </a:prstGeom>
          <a:solidFill>
            <a:schemeClr val="bg1"/>
          </a:solidFill>
          <a:ln w="2286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3346704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Profile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1371600"/>
            <a:ext cx="2651760" cy="530352"/>
          </a:xfrm>
          <a:prstGeom prst="ellipse">
            <a:avLst/>
          </a:prstGeom>
          <a:solidFill>
            <a:schemeClr val="bg1"/>
          </a:solidFill>
          <a:ln w="22860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371600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2029968"/>
            <a:ext cx="2651760" cy="530352"/>
          </a:xfrm>
          <a:prstGeom prst="ellipse">
            <a:avLst/>
          </a:prstGeom>
          <a:solidFill>
            <a:srgbClr val="FFFFFF"/>
          </a:solidFill>
          <a:ln w="1524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029968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Personal Detail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0" y="2688336"/>
            <a:ext cx="2651760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688336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Account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6656" y="155448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1810512"/>
            <a:ext cx="0" cy="347472"/>
          </a:xfrm>
          <a:prstGeom prst="line">
            <a:avLst/>
          </a:prstGeom>
          <a:noFill/>
          <a:ln w="19050">
            <a:solidFill>
              <a:srgbClr val="1F7A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" y="1920240"/>
            <a:ext cx="402336" cy="0"/>
          </a:xfrm>
          <a:prstGeom prst="line">
            <a:avLst/>
          </a:prstGeom>
          <a:noFill/>
          <a:ln w="19050">
            <a:solidFill>
              <a:srgbClr val="1F7A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2157984"/>
            <a:ext cx="0" cy="237744"/>
          </a:xfrm>
          <a:prstGeom prst="line">
            <a:avLst/>
          </a:prstGeom>
          <a:noFill/>
          <a:ln w="19050">
            <a:solidFill>
              <a:srgbClr val="1F7A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2157984"/>
            <a:ext cx="164592" cy="237744"/>
          </a:xfrm>
          <a:prstGeom prst="line">
            <a:avLst/>
          </a:prstGeom>
          <a:noFill/>
          <a:ln w="19050">
            <a:solidFill>
              <a:srgbClr val="1F7A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4140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02752" y="201168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3D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0768" y="2267712"/>
            <a:ext cx="0" cy="347472"/>
          </a:xfrm>
          <a:prstGeom prst="line">
            <a:avLst/>
          </a:prstGeom>
          <a:noFill/>
          <a:ln w="19050">
            <a:solidFill>
              <a:srgbClr val="5C3D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377440"/>
            <a:ext cx="402336" cy="0"/>
          </a:xfrm>
          <a:prstGeom prst="line">
            <a:avLst/>
          </a:prstGeom>
          <a:noFill/>
          <a:ln w="19050">
            <a:solidFill>
              <a:srgbClr val="5C3D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30768" y="2615184"/>
            <a:ext cx="0" cy="237744"/>
          </a:xfrm>
          <a:prstGeom prst="line">
            <a:avLst/>
          </a:prstGeom>
          <a:noFill/>
          <a:ln w="19050">
            <a:solidFill>
              <a:srgbClr val="5C3D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46981" y="2627344"/>
            <a:ext cx="164592" cy="237744"/>
          </a:xfrm>
          <a:prstGeom prst="line">
            <a:avLst/>
          </a:prstGeom>
          <a:noFill/>
          <a:ln w="19050">
            <a:solidFill>
              <a:srgbClr val="5C3D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27848" y="28712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5C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 flipV="1">
            <a:off x="932688" y="1716738"/>
            <a:ext cx="1149031" cy="263457"/>
          </a:xfrm>
          <a:prstGeom prst="line">
            <a:avLst/>
          </a:prstGeom>
          <a:noFill/>
          <a:ln w="9525">
            <a:solidFill>
              <a:srgbClr val="1F7A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2688" y="1984248"/>
            <a:ext cx="1124712" cy="969264"/>
          </a:xfrm>
          <a:prstGeom prst="line">
            <a:avLst/>
          </a:prstGeom>
          <a:noFill/>
          <a:ln w="9525">
            <a:solidFill>
              <a:srgbClr val="1F7A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2688" y="1984248"/>
            <a:ext cx="1124712" cy="1627632"/>
          </a:xfrm>
          <a:prstGeom prst="line">
            <a:avLst/>
          </a:prstGeom>
          <a:noFill/>
          <a:ln w="9525">
            <a:solidFill>
              <a:srgbClr val="1F7A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928635" y="1708631"/>
            <a:ext cx="4124884" cy="275617"/>
          </a:xfrm>
          <a:prstGeom prst="line">
            <a:avLst/>
          </a:prstGeom>
          <a:noFill/>
          <a:ln w="9525">
            <a:solidFill>
              <a:srgbClr val="1F7A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688" y="1984248"/>
            <a:ext cx="4096512" cy="310896"/>
          </a:xfrm>
          <a:prstGeom prst="line">
            <a:avLst/>
          </a:prstGeom>
          <a:noFill/>
          <a:ln w="9525">
            <a:solidFill>
              <a:srgbClr val="1F7A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58784" y="2441448"/>
            <a:ext cx="0" cy="0"/>
          </a:xfrm>
          <a:prstGeom prst="line">
            <a:avLst/>
          </a:prstGeom>
          <a:noFill/>
          <a:ln w="9525">
            <a:solidFill>
              <a:srgbClr val="5C3D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7679242" y="2379710"/>
            <a:ext cx="607978" cy="45525"/>
          </a:xfrm>
          <a:prstGeom prst="line">
            <a:avLst/>
          </a:prstGeom>
          <a:noFill/>
          <a:ln w="9525">
            <a:solidFill>
              <a:srgbClr val="5C3D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58784" y="2441448"/>
            <a:ext cx="0" cy="0"/>
          </a:xfrm>
          <a:prstGeom prst="line">
            <a:avLst/>
          </a:prstGeom>
          <a:noFill/>
          <a:ln w="9525">
            <a:solidFill>
              <a:srgbClr val="5C3D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58784" y="2441448"/>
            <a:ext cx="0" cy="0"/>
          </a:xfrm>
          <a:prstGeom prst="line">
            <a:avLst/>
          </a:prstGeom>
          <a:noFill/>
          <a:ln w="9525">
            <a:solidFill>
              <a:srgbClr val="5C3D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750" dirty="0">
              <a:solidFill>
                <a:srgbClr val="1F1F1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629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750">
              <a:solidFill>
                <a:srgbClr val="1F1F1F"/>
              </a:solidFill>
              <a:ea typeface="Calibri"/>
              <a:cs typeface="Calibri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119872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700" dirty="0">
              <a:solidFill>
                <a:srgbClr val="1F7A8C"/>
              </a:solidFill>
              <a:ea typeface="Calibri"/>
              <a:cs typeface="Calibri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119872" y="4901184"/>
            <a:ext cx="365760" cy="1463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700" dirty="0">
              <a:solidFill>
                <a:srgbClr val="5C3D99"/>
              </a:solidFill>
              <a:ea typeface="Calibri"/>
              <a:cs typeface="Calibri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869680" y="48920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Shape 31">
            <a:extLst>
              <a:ext uri="{FF2B5EF4-FFF2-40B4-BE49-F238E27FC236}">
                <a16:creationId xmlns:a16="http://schemas.microsoft.com/office/drawing/2014/main" id="{331CA9F5-DD4F-5A2B-32EA-D306BFD41F9D}"/>
              </a:ext>
            </a:extLst>
          </p:cNvPr>
          <p:cNvSpPr/>
          <p:nvPr/>
        </p:nvSpPr>
        <p:spPr>
          <a:xfrm flipH="1">
            <a:off x="8271105" y="2627343"/>
            <a:ext cx="143450" cy="181000"/>
          </a:xfrm>
          <a:prstGeom prst="line">
            <a:avLst/>
          </a:prstGeom>
          <a:noFill/>
          <a:ln w="19050">
            <a:solidFill>
              <a:srgbClr val="5C3D99"/>
            </a:solidFill>
            <a:prstDash val="solid"/>
          </a:ln>
        </p:spPr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060D1E25-E510-9969-EA61-BA61240A2CBD}"/>
              </a:ext>
            </a:extLst>
          </p:cNvPr>
          <p:cNvSpPr/>
          <p:nvPr/>
        </p:nvSpPr>
        <p:spPr>
          <a:xfrm flipH="1">
            <a:off x="612583" y="2157984"/>
            <a:ext cx="171822" cy="241797"/>
          </a:xfrm>
          <a:prstGeom prst="line">
            <a:avLst/>
          </a:prstGeom>
          <a:noFill/>
          <a:ln w="19050">
            <a:solidFill>
              <a:srgbClr val="1F7A8C"/>
            </a:solidFill>
            <a:prstDash val="solid"/>
          </a:ln>
        </p:spPr>
      </p:sp>
      <p:sp>
        <p:nvSpPr>
          <p:cNvPr id="50" name="Shape 40">
            <a:extLst>
              <a:ext uri="{FF2B5EF4-FFF2-40B4-BE49-F238E27FC236}">
                <a16:creationId xmlns:a16="http://schemas.microsoft.com/office/drawing/2014/main" id="{52A792A0-23ED-668C-F854-0084E085C255}"/>
              </a:ext>
            </a:extLst>
          </p:cNvPr>
          <p:cNvSpPr/>
          <p:nvPr/>
        </p:nvSpPr>
        <p:spPr>
          <a:xfrm flipH="1" flipV="1">
            <a:off x="7350934" y="1848742"/>
            <a:ext cx="891700" cy="552173"/>
          </a:xfrm>
          <a:prstGeom prst="line">
            <a:avLst/>
          </a:prstGeom>
          <a:noFill/>
          <a:ln w="9525">
            <a:solidFill>
              <a:srgbClr val="5C3D99"/>
            </a:solidFill>
            <a:prstDash val="solid"/>
          </a:ln>
        </p:spPr>
      </p:sp>
      <p:sp>
        <p:nvSpPr>
          <p:cNvPr id="52" name="Shape 40">
            <a:extLst>
              <a:ext uri="{FF2B5EF4-FFF2-40B4-BE49-F238E27FC236}">
                <a16:creationId xmlns:a16="http://schemas.microsoft.com/office/drawing/2014/main" id="{936DB557-ADE4-4D8E-DE41-321FE5A2DBCC}"/>
              </a:ext>
            </a:extLst>
          </p:cNvPr>
          <p:cNvSpPr/>
          <p:nvPr/>
        </p:nvSpPr>
        <p:spPr>
          <a:xfrm flipH="1">
            <a:off x="7683295" y="2413074"/>
            <a:ext cx="559339" cy="534082"/>
          </a:xfrm>
          <a:prstGeom prst="line">
            <a:avLst/>
          </a:prstGeom>
          <a:noFill/>
          <a:ln w="9525">
            <a:solidFill>
              <a:srgbClr val="5C3D99"/>
            </a:solidFill>
            <a:prstDash val="solid"/>
          </a:ln>
        </p:spPr>
      </p:sp>
      <p:sp>
        <p:nvSpPr>
          <p:cNvPr id="55" name="Shape 40">
            <a:extLst>
              <a:ext uri="{FF2B5EF4-FFF2-40B4-BE49-F238E27FC236}">
                <a16:creationId xmlns:a16="http://schemas.microsoft.com/office/drawing/2014/main" id="{9E809734-3342-5D41-9C21-D13889FB4FBE}"/>
              </a:ext>
            </a:extLst>
          </p:cNvPr>
          <p:cNvSpPr/>
          <p:nvPr/>
        </p:nvSpPr>
        <p:spPr>
          <a:xfrm flipH="1" flipV="1">
            <a:off x="4696094" y="2343231"/>
            <a:ext cx="3526274" cy="102269"/>
          </a:xfrm>
          <a:prstGeom prst="line">
            <a:avLst/>
          </a:prstGeom>
          <a:noFill/>
          <a:ln w="9525">
            <a:solidFill>
              <a:srgbClr val="5C3D99"/>
            </a:solidFill>
            <a:prstDash val="solid"/>
          </a:ln>
        </p:spPr>
      </p:sp>
      <p:sp>
        <p:nvSpPr>
          <p:cNvPr id="57" name="Shape 40">
            <a:extLst>
              <a:ext uri="{FF2B5EF4-FFF2-40B4-BE49-F238E27FC236}">
                <a16:creationId xmlns:a16="http://schemas.microsoft.com/office/drawing/2014/main" id="{3F2E64FC-465A-BD0C-DF1E-4DFBFD047CB6}"/>
              </a:ext>
            </a:extLst>
          </p:cNvPr>
          <p:cNvSpPr/>
          <p:nvPr/>
        </p:nvSpPr>
        <p:spPr>
          <a:xfrm flipH="1">
            <a:off x="4696094" y="2477926"/>
            <a:ext cx="3514115" cy="440858"/>
          </a:xfrm>
          <a:prstGeom prst="line">
            <a:avLst/>
          </a:prstGeom>
          <a:noFill/>
          <a:ln w="9525">
            <a:solidFill>
              <a:srgbClr val="5C3D9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Services Web 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" y="457200"/>
            <a:ext cx="8814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Use Case Diagram: Service Management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" y="950976"/>
            <a:ext cx="8814816" cy="0"/>
          </a:xfrm>
          <a:prstGeom prst="line">
            <a:avLst/>
          </a:prstGeom>
          <a:noFill/>
          <a:ln w="9525">
            <a:solidFill>
              <a:srgbClr val="B4C7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042416"/>
            <a:ext cx="5943600" cy="3913632"/>
          </a:xfrm>
          <a:prstGeom prst="rect">
            <a:avLst/>
          </a:prstGeom>
          <a:solidFill>
            <a:srgbClr val="F0F7EE"/>
          </a:solidFill>
          <a:ln w="19050">
            <a:solidFill>
              <a:srgbClr val="92C4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1155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Service Management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371600"/>
            <a:ext cx="2651760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F7F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371600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2.01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Service Categories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57400" y="2029968"/>
            <a:ext cx="2651760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2029968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2.02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Enable/Disable Service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57400" y="2688336"/>
            <a:ext cx="2651760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F7F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2688336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Available Service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0" y="1371600"/>
            <a:ext cx="2651760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F7F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371600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Service Pricing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2029968"/>
            <a:ext cx="2651760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F7F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029968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2.05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2688336"/>
            <a:ext cx="2651760" cy="5303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F7F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688336"/>
            <a:ext cx="265176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</a:t>
            </a:r>
            <a:endParaRPr lang="en-US" sz="9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Service to Provider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" y="182880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2084832"/>
            <a:ext cx="0" cy="347472"/>
          </a:xfrm>
          <a:prstGeom prst="line">
            <a:avLst/>
          </a:prstGeom>
          <a:noFill/>
          <a:ln w="19050">
            <a:solidFill>
              <a:srgbClr val="1F7A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" y="2194560"/>
            <a:ext cx="402336" cy="0"/>
          </a:xfrm>
          <a:prstGeom prst="line">
            <a:avLst/>
          </a:prstGeom>
          <a:noFill/>
          <a:ln w="19050">
            <a:solidFill>
              <a:srgbClr val="1F7A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2432304"/>
            <a:ext cx="0" cy="237744"/>
          </a:xfrm>
          <a:prstGeom prst="line">
            <a:avLst/>
          </a:prstGeom>
          <a:noFill/>
          <a:ln w="19050">
            <a:solidFill>
              <a:srgbClr val="1F7A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2432304"/>
            <a:ext cx="164592" cy="237744"/>
          </a:xfrm>
          <a:prstGeom prst="line">
            <a:avLst/>
          </a:prstGeom>
          <a:noFill/>
          <a:ln w="19050">
            <a:solidFill>
              <a:srgbClr val="1F7A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268833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02752" y="182880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3D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30768" y="2084832"/>
            <a:ext cx="0" cy="347472"/>
          </a:xfrm>
          <a:prstGeom prst="line">
            <a:avLst/>
          </a:prstGeom>
          <a:noFill/>
          <a:ln w="19050">
            <a:solidFill>
              <a:srgbClr val="5C3D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2194560"/>
            <a:ext cx="402336" cy="0"/>
          </a:xfrm>
          <a:prstGeom prst="line">
            <a:avLst/>
          </a:prstGeom>
          <a:noFill/>
          <a:ln w="19050">
            <a:solidFill>
              <a:srgbClr val="5C3D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0768" y="2432304"/>
            <a:ext cx="0" cy="237744"/>
          </a:xfrm>
          <a:prstGeom prst="line">
            <a:avLst/>
          </a:prstGeom>
          <a:noFill/>
          <a:ln w="19050">
            <a:solidFill>
              <a:srgbClr val="5C3D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30768" y="2432304"/>
            <a:ext cx="164592" cy="237744"/>
          </a:xfrm>
          <a:prstGeom prst="line">
            <a:avLst/>
          </a:prstGeom>
          <a:noFill/>
          <a:ln w="19050">
            <a:solidFill>
              <a:srgbClr val="5C3D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27848" y="268833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5C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32688" y="2258568"/>
            <a:ext cx="1124712" cy="36576"/>
          </a:xfrm>
          <a:prstGeom prst="line">
            <a:avLst/>
          </a:prstGeom>
          <a:noFill/>
          <a:ln w="9525">
            <a:solidFill>
              <a:srgbClr val="1F7A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8784" y="2258568"/>
            <a:ext cx="0" cy="0"/>
          </a:xfrm>
          <a:prstGeom prst="line">
            <a:avLst/>
          </a:prstGeom>
          <a:noFill/>
          <a:ln w="9525">
            <a:solidFill>
              <a:srgbClr val="5C3D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58784" y="2258568"/>
            <a:ext cx="0" cy="36576"/>
          </a:xfrm>
          <a:prstGeom prst="line">
            <a:avLst/>
          </a:prstGeom>
          <a:noFill/>
          <a:ln w="9525">
            <a:solidFill>
              <a:srgbClr val="5C3D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750" dirty="0">
              <a:solidFill>
                <a:srgbClr val="1F1F1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119872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700" dirty="0">
              <a:solidFill>
                <a:srgbClr val="1F7A8C"/>
              </a:solidFill>
              <a:ea typeface="Calibri"/>
              <a:cs typeface="Calibri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869680" y="48920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E2DF9A42-24CC-8BEC-2C28-48D298E28F24}"/>
              </a:ext>
            </a:extLst>
          </p:cNvPr>
          <p:cNvSpPr/>
          <p:nvPr/>
        </p:nvSpPr>
        <p:spPr>
          <a:xfrm flipH="1">
            <a:off x="8226520" y="2444463"/>
            <a:ext cx="188035" cy="229638"/>
          </a:xfrm>
          <a:prstGeom prst="line">
            <a:avLst/>
          </a:prstGeom>
          <a:noFill/>
          <a:ln w="19050">
            <a:solidFill>
              <a:srgbClr val="5C3D99"/>
            </a:solidFill>
            <a:prstDash val="solid"/>
          </a:ln>
        </p:spPr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7350022-F36B-384B-CE85-81BBC1A5F768}"/>
              </a:ext>
            </a:extLst>
          </p:cNvPr>
          <p:cNvCxnSpPr/>
          <p:nvPr/>
        </p:nvCxnSpPr>
        <p:spPr>
          <a:xfrm flipV="1">
            <a:off x="4716892" y="2377613"/>
            <a:ext cx="3504032" cy="54845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9A4E557-9B18-4B3A-005E-3C4D5F526F31}"/>
              </a:ext>
            </a:extLst>
          </p:cNvPr>
          <p:cNvCxnSpPr/>
          <p:nvPr/>
        </p:nvCxnSpPr>
        <p:spPr>
          <a:xfrm>
            <a:off x="7599641" y="1710137"/>
            <a:ext cx="597365" cy="63891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DC6EE7-AC62-B66F-75D5-2F5171A3F8B6}"/>
              </a:ext>
            </a:extLst>
          </p:cNvPr>
          <p:cNvCxnSpPr/>
          <p:nvPr/>
        </p:nvCxnSpPr>
        <p:spPr>
          <a:xfrm>
            <a:off x="7661335" y="2327770"/>
            <a:ext cx="550646" cy="1868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A03EB78-42A2-EF48-934C-1838AF3F77EE}"/>
              </a:ext>
            </a:extLst>
          </p:cNvPr>
          <p:cNvCxnSpPr/>
          <p:nvPr/>
        </p:nvCxnSpPr>
        <p:spPr>
          <a:xfrm flipH="1">
            <a:off x="7598372" y="2377304"/>
            <a:ext cx="632607" cy="49108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85</cp:revision>
  <dcterms:created xsi:type="dcterms:W3CDTF">2026-03-22T15:10:24Z</dcterms:created>
  <dcterms:modified xsi:type="dcterms:W3CDTF">2026-03-23T01:01:38Z</dcterms:modified>
</cp:coreProperties>
</file>