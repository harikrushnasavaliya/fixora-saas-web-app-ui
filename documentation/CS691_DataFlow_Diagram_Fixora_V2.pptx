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20"/>
    <p:restoredTop sz="94651"/>
  </p:normalViewPr>
  <p:slideViewPr>
    <p:cSldViewPr snapToGrid="0">
      <p:cViewPr varScale="1">
        <p:scale>
          <a:sx n="115" d="100"/>
          <a:sy n="115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3C495-8C18-54C5-2F84-1EC8D3580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EE7F4F-6A61-1C9C-5CFF-60BAA9277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E6A85-D1F2-31CA-A8B5-DD07D2401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ECE8-86CE-2446-9D90-0CA24D7B98EC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6CD54-D479-BE65-199E-7C604C649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D046A-746D-CF03-6E04-1EBE32EBF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3B72-DD94-804C-B31E-8F69A489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108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721C-3B6E-1C69-6BF7-747AFE637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82C96-3BD3-934E-2D94-BD91894E4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0F316-4D85-9B74-5127-D80A093B5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ECE8-86CE-2446-9D90-0CA24D7B98EC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2CE7D-A481-9987-4371-CAA8B2042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ED2FE-242E-98C6-5FC3-BB911BFD2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3B72-DD94-804C-B31E-8F69A489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5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F91A2-E59B-722C-F0C5-41607CE72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60394-FB51-A050-62CF-79B880F9C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A5AC2-42FE-7109-81A1-7BA10E240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ECE8-86CE-2446-9D90-0CA24D7B98EC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55338-5B6C-CAF8-8B40-6208FF4BE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525F4-27D3-2181-54BD-52EB2781E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3B72-DD94-804C-B31E-8F69A489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46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1EB82-59EA-C3A3-3F7F-CFA7D711A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7A567-7F2E-8A21-30EC-1979A3EE1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D127A-2D03-F61C-1761-773418C9C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458BF-CB1A-4D0B-502F-82CA6B938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ECE8-86CE-2446-9D90-0CA24D7B98EC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6F100-B389-745C-7456-51FBDBF0A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D6B1C-F5D0-32B7-E72E-C1515B45D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3B72-DD94-804C-B31E-8F69A489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962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8E86D-FA6E-457B-5AF7-F526F16B2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662CC-89ED-C19D-6F9B-827DE854F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D588B-5662-498C-AA77-5B08359E5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2DE3A2-806A-4013-4D34-BDA91E8DD1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72227E-2BF1-AA6E-60EC-95D2EA236E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8DB141-DB62-F19A-7D99-D632E7C4F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ECE8-86CE-2446-9D90-0CA24D7B98EC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11A678-394F-BD79-27BC-2B3D2CF8F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B84E5E-AD1C-C047-72C7-596DA08EA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3B72-DD94-804C-B31E-8F69A489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3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AF4-B96A-312D-D43D-2E0D88CC0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A200DA-F958-2A84-9AE9-94742273F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ECE8-86CE-2446-9D90-0CA24D7B98EC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9880B3-4EAC-0DD8-EEAF-08DEA86DD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20324C-0A49-A40A-408B-5205DF6B4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3B72-DD94-804C-B31E-8F69A489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50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11D168-20D4-74EE-0129-D55FBBA7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ECE8-86CE-2446-9D90-0CA24D7B98EC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50E5AF-2B56-CB18-B66B-A16107FCD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45CD7-38B0-E966-ADDA-CC79FB39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3B72-DD94-804C-B31E-8F69A489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80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0F50C-BF32-04CA-6B82-B112586B6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995AE-3DA9-CDFA-78F3-7F5A95EF4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80C39-4FF5-3DEB-B591-B8CB8F234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9E57C-2BAB-611A-ACB5-396261D04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ECE8-86CE-2446-9D90-0CA24D7B98EC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4CE04-F244-7E01-1361-C2C8FB34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41A98-CDDB-10CF-E912-3D34E4D8C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3B72-DD94-804C-B31E-8F69A489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74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6BAD6-03CE-B306-BF41-DF2FBE761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EA9357-88B8-777D-EF9F-0939F6C869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F56687-3B61-524C-D635-4DC14B0E1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89226-C3B9-2072-701D-DFC343808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ECE8-86CE-2446-9D90-0CA24D7B98EC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B766C-73FD-10D1-47B5-5CC736482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F62FC-01A4-7C52-7400-E5D0C8F87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3B72-DD94-804C-B31E-8F69A489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846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346B6-8A15-D814-65F7-7FF531C5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1FBBC3-B42E-57DF-C851-C04A655BA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79F54-3A0C-F9F6-58EF-FC32E2A57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ECE8-86CE-2446-9D90-0CA24D7B98EC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65B53-9224-2EC3-D87C-695485031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FB221-BB37-35F6-8756-87AA1E4AE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3B72-DD94-804C-B31E-8F69A489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66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6EA520-F468-ACB4-8A25-3CA7FABC6C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1C102-2F04-CB8C-BBF7-DF51B6015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8B0F6-F562-086D-EB88-51B6A00D9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ECE8-86CE-2446-9D90-0CA24D7B98EC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F2B5A-73F8-4A48-DD65-EED421020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9449-2467-D1AC-0B58-FC57EC1EA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3B72-DD94-804C-B31E-8F69A489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49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6BEED3-4F0D-D5C1-3336-67924BD73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45603-4E11-1E12-D8F4-1203F919C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26C97-290C-8ECE-2511-88EA9FE91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73ECE8-86CE-2446-9D90-0CA24D7B98EC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F403F-B74B-580D-D866-25476B633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EEE75-EB9F-1419-B017-97883A9F4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3B72-DD94-804C-B31E-8F69A489F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85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2457BD-FEA7-0C76-7150-8C791BE38EE6}"/>
              </a:ext>
            </a:extLst>
          </p:cNvPr>
          <p:cNvSpPr/>
          <p:nvPr/>
        </p:nvSpPr>
        <p:spPr>
          <a:xfrm>
            <a:off x="4341375" y="3116765"/>
            <a:ext cx="2505474" cy="6244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1.01 Register Household Customer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12B0D1-3DC5-F439-28D3-7A1506EF0E88}"/>
              </a:ext>
            </a:extLst>
          </p:cNvPr>
          <p:cNvSpPr/>
          <p:nvPr/>
        </p:nvSpPr>
        <p:spPr>
          <a:xfrm>
            <a:off x="9459951" y="2072252"/>
            <a:ext cx="2152186" cy="6244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1.04 Manage User Profile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85BB33-D326-D1B2-194D-2A77CB213223}"/>
              </a:ext>
            </a:extLst>
          </p:cNvPr>
          <p:cNvSpPr/>
          <p:nvPr/>
        </p:nvSpPr>
        <p:spPr>
          <a:xfrm>
            <a:off x="9459951" y="4161279"/>
            <a:ext cx="2152186" cy="62447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1.03 Login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9D3FCA-5379-5C05-4AAE-E0075EF290FA}"/>
              </a:ext>
            </a:extLst>
          </p:cNvPr>
          <p:cNvSpPr txBox="1"/>
          <p:nvPr/>
        </p:nvSpPr>
        <p:spPr>
          <a:xfrm>
            <a:off x="1811641" y="2644191"/>
            <a:ext cx="151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DF-IN: Registration details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352EBA9-2EB5-5585-C187-99EB25D3C5B2}"/>
              </a:ext>
            </a:extLst>
          </p:cNvPr>
          <p:cNvSpPr txBox="1"/>
          <p:nvPr/>
        </p:nvSpPr>
        <p:spPr>
          <a:xfrm>
            <a:off x="3056764" y="455903"/>
            <a:ext cx="6055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Logical DFD :  Register Household Customer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6AD98A66-5800-8E06-5C83-B180C60AD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83" y="3048548"/>
            <a:ext cx="710329" cy="686336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B517D04D-B634-2963-8F1B-226979CE35EA}"/>
              </a:ext>
            </a:extLst>
          </p:cNvPr>
          <p:cNvSpPr txBox="1"/>
          <p:nvPr/>
        </p:nvSpPr>
        <p:spPr>
          <a:xfrm>
            <a:off x="112190" y="3602734"/>
            <a:ext cx="1616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Household Customer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3525A5DD-6601-0592-857B-30192960BFB8}"/>
              </a:ext>
            </a:extLst>
          </p:cNvPr>
          <p:cNvCxnSpPr>
            <a:stCxn id="66" idx="0"/>
            <a:endCxn id="5" idx="0"/>
          </p:cNvCxnSpPr>
          <p:nvPr/>
        </p:nvCxnSpPr>
        <p:spPr>
          <a:xfrm rot="16200000" flipH="1">
            <a:off x="3219971" y="742624"/>
            <a:ext cx="68217" cy="4680064"/>
          </a:xfrm>
          <a:prstGeom prst="bentConnector3">
            <a:avLst>
              <a:gd name="adj1" fmla="val -33510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E6735678-F33E-35C0-7BC4-FE707CAC2299}"/>
              </a:ext>
            </a:extLst>
          </p:cNvPr>
          <p:cNvCxnSpPr>
            <a:cxnSpLocks/>
          </p:cNvCxnSpPr>
          <p:nvPr/>
        </p:nvCxnSpPr>
        <p:spPr>
          <a:xfrm rot="5400000">
            <a:off x="3144236" y="1513188"/>
            <a:ext cx="132150" cy="4592528"/>
          </a:xfrm>
          <a:prstGeom prst="bentConnector3">
            <a:avLst>
              <a:gd name="adj1" fmla="val 27298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E2C12722-FEF8-1F6D-CBE5-A0791595CACC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6846849" y="2384487"/>
            <a:ext cx="2613102" cy="104451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A0612D09-F087-1638-ABC8-69D91375A06C}"/>
              </a:ext>
            </a:extLst>
          </p:cNvPr>
          <p:cNvCxnSpPr>
            <a:stCxn id="5" idx="3"/>
            <a:endCxn id="10" idx="1"/>
          </p:cNvCxnSpPr>
          <p:nvPr/>
        </p:nvCxnSpPr>
        <p:spPr>
          <a:xfrm>
            <a:off x="6846849" y="3429000"/>
            <a:ext cx="2613102" cy="104451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AF71F70-AE5B-7DD2-5BA6-1BA2AD63461C}"/>
              </a:ext>
            </a:extLst>
          </p:cNvPr>
          <p:cNvSpPr txBox="1"/>
          <p:nvPr/>
        </p:nvSpPr>
        <p:spPr>
          <a:xfrm>
            <a:off x="1811641" y="3944017"/>
            <a:ext cx="151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DF-OUT: Registration Confirmation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A57953-D0DC-5127-8DE5-38EF664706C5}"/>
              </a:ext>
            </a:extLst>
          </p:cNvPr>
          <p:cNvSpPr txBox="1"/>
          <p:nvPr/>
        </p:nvSpPr>
        <p:spPr>
          <a:xfrm>
            <a:off x="7943601" y="2184431"/>
            <a:ext cx="151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DF-OUT: Account </a:t>
            </a:r>
          </a:p>
          <a:p>
            <a:pPr algn="ctr"/>
            <a:r>
              <a:rPr lang="en-US" sz="1000" dirty="0">
                <a:highlight>
                  <a:srgbClr val="C0C0C0"/>
                </a:highlight>
              </a:rPr>
              <a:t>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E9FD7F-9D37-223E-6E76-55E403201F31}"/>
              </a:ext>
            </a:extLst>
          </p:cNvPr>
          <p:cNvSpPr txBox="1"/>
          <p:nvPr/>
        </p:nvSpPr>
        <p:spPr>
          <a:xfrm>
            <a:off x="7937377" y="4273459"/>
            <a:ext cx="151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DF-OUT: Account Credentials</a:t>
            </a:r>
          </a:p>
        </p:txBody>
      </p:sp>
    </p:spTree>
    <p:extLst>
      <p:ext uri="{BB962C8B-B14F-4D97-AF65-F5344CB8AC3E}">
        <p14:creationId xmlns:p14="http://schemas.microsoft.com/office/powerpoint/2010/main" val="3947750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72">
            <a:extLst>
              <a:ext uri="{FF2B5EF4-FFF2-40B4-BE49-F238E27FC236}">
                <a16:creationId xmlns:a16="http://schemas.microsoft.com/office/drawing/2014/main" id="{4BFE22FD-24A3-7AB6-73FD-D3B9F97C9D02}"/>
              </a:ext>
            </a:extLst>
          </p:cNvPr>
          <p:cNvSpPr txBox="1"/>
          <p:nvPr/>
        </p:nvSpPr>
        <p:spPr>
          <a:xfrm>
            <a:off x="3133782" y="314330"/>
            <a:ext cx="6153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Physical DFD : Register Household Customer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8304E7-4B23-39FC-7BB5-7E1D2986F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70" y="5450554"/>
            <a:ext cx="710329" cy="6863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107DBE-6B53-99BD-627C-498A93174698}"/>
              </a:ext>
            </a:extLst>
          </p:cNvPr>
          <p:cNvSpPr txBox="1"/>
          <p:nvPr/>
        </p:nvSpPr>
        <p:spPr>
          <a:xfrm>
            <a:off x="187891" y="6108010"/>
            <a:ext cx="1616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Household Customer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097CF5-E7C1-9065-F6B2-34317AB4B560}"/>
              </a:ext>
            </a:extLst>
          </p:cNvPr>
          <p:cNvSpPr/>
          <p:nvPr/>
        </p:nvSpPr>
        <p:spPr>
          <a:xfrm>
            <a:off x="1955014" y="3629721"/>
            <a:ext cx="2505474" cy="6244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1.01 Register Household Customer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C9A76B-E463-45CD-E017-0BC2416D253D}"/>
              </a:ext>
            </a:extLst>
          </p:cNvPr>
          <p:cNvSpPr/>
          <p:nvPr/>
        </p:nvSpPr>
        <p:spPr>
          <a:xfrm>
            <a:off x="9459951" y="1213608"/>
            <a:ext cx="2152186" cy="6244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1.04 Manage User Profile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FB24F4-FA32-638D-9A04-35E7307EAFCA}"/>
              </a:ext>
            </a:extLst>
          </p:cNvPr>
          <p:cNvSpPr/>
          <p:nvPr/>
        </p:nvSpPr>
        <p:spPr>
          <a:xfrm>
            <a:off x="9459951" y="2581504"/>
            <a:ext cx="2152186" cy="62447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1.03 Login</a:t>
            </a:r>
          </a:p>
        </p:txBody>
      </p:sp>
      <p:sp>
        <p:nvSpPr>
          <p:cNvPr id="7" name="Magnetic Disk 6">
            <a:extLst>
              <a:ext uri="{FF2B5EF4-FFF2-40B4-BE49-F238E27FC236}">
                <a16:creationId xmlns:a16="http://schemas.microsoft.com/office/drawing/2014/main" id="{E21DDEE2-6D51-9184-D869-65A65181332D}"/>
              </a:ext>
            </a:extLst>
          </p:cNvPr>
          <p:cNvSpPr/>
          <p:nvPr/>
        </p:nvSpPr>
        <p:spPr>
          <a:xfrm>
            <a:off x="6210650" y="1838076"/>
            <a:ext cx="1342443" cy="871669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Users</a:t>
            </a:r>
          </a:p>
        </p:txBody>
      </p:sp>
      <p:sp>
        <p:nvSpPr>
          <p:cNvPr id="8" name="Magnetic Disk 7">
            <a:extLst>
              <a:ext uri="{FF2B5EF4-FFF2-40B4-BE49-F238E27FC236}">
                <a16:creationId xmlns:a16="http://schemas.microsoft.com/office/drawing/2014/main" id="{707C2A2B-E8C4-BB05-5ABD-7DFD3F222E3B}"/>
              </a:ext>
            </a:extLst>
          </p:cNvPr>
          <p:cNvSpPr/>
          <p:nvPr/>
        </p:nvSpPr>
        <p:spPr>
          <a:xfrm>
            <a:off x="6210650" y="3557238"/>
            <a:ext cx="1342443" cy="769434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User_Roles</a:t>
            </a:r>
            <a:endParaRPr lang="en-US" dirty="0"/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8A4F170E-A27C-0B6F-6AB1-FBA16D06EAD3}"/>
              </a:ext>
            </a:extLst>
          </p:cNvPr>
          <p:cNvCxnSpPr>
            <a:stCxn id="2" idx="0"/>
            <a:endCxn id="4" idx="1"/>
          </p:cNvCxnSpPr>
          <p:nvPr/>
        </p:nvCxnSpPr>
        <p:spPr>
          <a:xfrm rot="5400000" flipH="1" flipV="1">
            <a:off x="721175" y="4216716"/>
            <a:ext cx="1508598" cy="9590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789A565A-E410-88AE-53C9-DFB1F00D14AB}"/>
              </a:ext>
            </a:extLst>
          </p:cNvPr>
          <p:cNvCxnSpPr>
            <a:stCxn id="4" idx="2"/>
            <a:endCxn id="2" idx="3"/>
          </p:cNvCxnSpPr>
          <p:nvPr/>
        </p:nvCxnSpPr>
        <p:spPr>
          <a:xfrm rot="5400000">
            <a:off x="1509659" y="4095630"/>
            <a:ext cx="1539532" cy="18566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9B1CA5F1-0AD1-6C5E-FD47-32D5FE58EF9A}"/>
              </a:ext>
            </a:extLst>
          </p:cNvPr>
          <p:cNvCxnSpPr>
            <a:stCxn id="4" idx="3"/>
            <a:endCxn id="8" idx="2"/>
          </p:cNvCxnSpPr>
          <p:nvPr/>
        </p:nvCxnSpPr>
        <p:spPr>
          <a:xfrm flipV="1">
            <a:off x="4460488" y="3941955"/>
            <a:ext cx="1750162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4222C53E-D869-BC11-3996-057179E70B95}"/>
              </a:ext>
            </a:extLst>
          </p:cNvPr>
          <p:cNvCxnSpPr>
            <a:stCxn id="4" idx="0"/>
            <a:endCxn id="7" idx="2"/>
          </p:cNvCxnSpPr>
          <p:nvPr/>
        </p:nvCxnSpPr>
        <p:spPr>
          <a:xfrm rot="5400000" flipH="1" flipV="1">
            <a:off x="4031295" y="1450367"/>
            <a:ext cx="1355810" cy="30028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6F965EFF-F713-17DB-BC32-624505C280A1}"/>
              </a:ext>
            </a:extLst>
          </p:cNvPr>
          <p:cNvCxnSpPr>
            <a:stCxn id="7" idx="4"/>
            <a:endCxn id="5" idx="1"/>
          </p:cNvCxnSpPr>
          <p:nvPr/>
        </p:nvCxnSpPr>
        <p:spPr>
          <a:xfrm flipV="1">
            <a:off x="7553093" y="1525843"/>
            <a:ext cx="1906858" cy="74806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2F3053C6-5746-9458-8F34-9EFBE2343713}"/>
              </a:ext>
            </a:extLst>
          </p:cNvPr>
          <p:cNvCxnSpPr>
            <a:stCxn id="7" idx="4"/>
            <a:endCxn id="6" idx="1"/>
          </p:cNvCxnSpPr>
          <p:nvPr/>
        </p:nvCxnSpPr>
        <p:spPr>
          <a:xfrm>
            <a:off x="7553093" y="2273911"/>
            <a:ext cx="1906858" cy="61982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E80DD12-1BE7-8782-0AE4-6CD246F8AF70}"/>
              </a:ext>
            </a:extLst>
          </p:cNvPr>
          <p:cNvSpPr txBox="1"/>
          <p:nvPr/>
        </p:nvSpPr>
        <p:spPr>
          <a:xfrm>
            <a:off x="237758" y="4507221"/>
            <a:ext cx="151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DF-IN: Registration details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1FAE26-A411-4CE1-78C7-E790E4F33258}"/>
              </a:ext>
            </a:extLst>
          </p:cNvPr>
          <p:cNvSpPr txBox="1"/>
          <p:nvPr/>
        </p:nvSpPr>
        <p:spPr>
          <a:xfrm>
            <a:off x="2449575" y="4991528"/>
            <a:ext cx="151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DF-OUT: Registration Confirmation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4AFE19-516D-502E-2FFA-AA4D19252040}"/>
              </a:ext>
            </a:extLst>
          </p:cNvPr>
          <p:cNvSpPr txBox="1"/>
          <p:nvPr/>
        </p:nvSpPr>
        <p:spPr>
          <a:xfrm>
            <a:off x="7748347" y="1638021"/>
            <a:ext cx="151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DF-OUT: Account </a:t>
            </a:r>
          </a:p>
          <a:p>
            <a:pPr algn="ctr"/>
            <a:r>
              <a:rPr lang="en-US" sz="1000" dirty="0">
                <a:highlight>
                  <a:srgbClr val="C0C0C0"/>
                </a:highlight>
              </a:rPr>
              <a:t>Data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36190C-1A03-78ED-93DE-75268EC1EF52}"/>
              </a:ext>
            </a:extLst>
          </p:cNvPr>
          <p:cNvSpPr txBox="1"/>
          <p:nvPr/>
        </p:nvSpPr>
        <p:spPr>
          <a:xfrm>
            <a:off x="7748347" y="2449692"/>
            <a:ext cx="151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DF-OUT: Account Credentials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48D641-F277-A78D-7A92-9735C2126D69}"/>
              </a:ext>
            </a:extLst>
          </p:cNvPr>
          <p:cNvSpPr txBox="1"/>
          <p:nvPr/>
        </p:nvSpPr>
        <p:spPr>
          <a:xfrm>
            <a:off x="4033752" y="2073855"/>
            <a:ext cx="151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DF-OUT: Store User Record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BA4FFC-001D-6E04-8546-64A75F9C9507}"/>
              </a:ext>
            </a:extLst>
          </p:cNvPr>
          <p:cNvSpPr txBox="1"/>
          <p:nvPr/>
        </p:nvSpPr>
        <p:spPr>
          <a:xfrm>
            <a:off x="4465001" y="3736325"/>
            <a:ext cx="151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DF-OUT: Store Role Mapping</a:t>
            </a:r>
          </a:p>
        </p:txBody>
      </p:sp>
    </p:spTree>
    <p:extLst>
      <p:ext uri="{BB962C8B-B14F-4D97-AF65-F5344CB8AC3E}">
        <p14:creationId xmlns:p14="http://schemas.microsoft.com/office/powerpoint/2010/main" val="602414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31ED09-3F1B-6ACB-F163-0E66C9CFB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841" y="3085832"/>
            <a:ext cx="710329" cy="6863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D67A73-746F-5AB3-0260-337D2B8D61A8}"/>
              </a:ext>
            </a:extLst>
          </p:cNvPr>
          <p:cNvSpPr txBox="1"/>
          <p:nvPr/>
        </p:nvSpPr>
        <p:spPr>
          <a:xfrm>
            <a:off x="927798" y="3762223"/>
            <a:ext cx="15611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Household Customer/</a:t>
            </a:r>
          </a:p>
          <a:p>
            <a:r>
              <a:rPr lang="en-US" sz="1100" dirty="0"/>
              <a:t> Service Professionals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3A41DE-2BB1-79CC-BF05-4BFA30989923}"/>
              </a:ext>
            </a:extLst>
          </p:cNvPr>
          <p:cNvSpPr/>
          <p:nvPr/>
        </p:nvSpPr>
        <p:spPr>
          <a:xfrm>
            <a:off x="4397128" y="3337784"/>
            <a:ext cx="1356899" cy="6244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1.03 Login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E3AC4F-16F2-3C39-B314-C9E3085AF6E5}"/>
              </a:ext>
            </a:extLst>
          </p:cNvPr>
          <p:cNvSpPr/>
          <p:nvPr/>
        </p:nvSpPr>
        <p:spPr>
          <a:xfrm>
            <a:off x="7664602" y="2027647"/>
            <a:ext cx="2152186" cy="6244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1.04 Manage User Profile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26D9C7-7B17-A973-0E2F-A310E7BD07FA}"/>
              </a:ext>
            </a:extLst>
          </p:cNvPr>
          <p:cNvSpPr/>
          <p:nvPr/>
        </p:nvSpPr>
        <p:spPr>
          <a:xfrm>
            <a:off x="7776117" y="4518117"/>
            <a:ext cx="1356899" cy="6244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1.05 Logout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0C5939F1-0D29-5DF1-D7BF-D17D0D551CF5}"/>
              </a:ext>
            </a:extLst>
          </p:cNvPr>
          <p:cNvCxnSpPr>
            <a:stCxn id="4" idx="0"/>
            <a:endCxn id="6" idx="0"/>
          </p:cNvCxnSpPr>
          <p:nvPr/>
        </p:nvCxnSpPr>
        <p:spPr>
          <a:xfrm rot="16200000" flipH="1">
            <a:off x="3244316" y="1506522"/>
            <a:ext cx="251952" cy="3410572"/>
          </a:xfrm>
          <a:prstGeom prst="bentConnector3">
            <a:avLst>
              <a:gd name="adj1" fmla="val -907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AD670FCA-B4C1-09EA-8AFC-DFCBD16F65B4}"/>
              </a:ext>
            </a:extLst>
          </p:cNvPr>
          <p:cNvCxnSpPr>
            <a:cxnSpLocks/>
            <a:stCxn id="6" idx="2"/>
          </p:cNvCxnSpPr>
          <p:nvPr/>
        </p:nvCxnSpPr>
        <p:spPr>
          <a:xfrm rot="5400000">
            <a:off x="3249891" y="2377368"/>
            <a:ext cx="240802" cy="3410573"/>
          </a:xfrm>
          <a:prstGeom prst="bentConnector3">
            <a:avLst>
              <a:gd name="adj1" fmla="val 19493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92BA8875-93C8-53A7-92AF-556BB15D27A6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5470559" y="2339882"/>
            <a:ext cx="2194043" cy="997901"/>
          </a:xfrm>
          <a:prstGeom prst="bentConnector3">
            <a:avLst>
              <a:gd name="adj1" fmla="val -31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431D0710-E4B6-7DB5-9334-1CABED49AA2B}"/>
              </a:ext>
            </a:extLst>
          </p:cNvPr>
          <p:cNvCxnSpPr>
            <a:stCxn id="7" idx="2"/>
          </p:cNvCxnSpPr>
          <p:nvPr/>
        </p:nvCxnSpPr>
        <p:spPr>
          <a:xfrm rot="5400000">
            <a:off x="6811527" y="1594616"/>
            <a:ext cx="871669" cy="298666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2A8CDA08-216B-A6C2-C6E9-DF7A91C54BC7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5470559" y="3962252"/>
            <a:ext cx="2305558" cy="868100"/>
          </a:xfrm>
          <a:prstGeom prst="bentConnector3">
            <a:avLst>
              <a:gd name="adj1" fmla="val 1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487A83B-2E46-9208-57A6-BE4E1A584316}"/>
              </a:ext>
            </a:extLst>
          </p:cNvPr>
          <p:cNvSpPr txBox="1"/>
          <p:nvPr/>
        </p:nvSpPr>
        <p:spPr>
          <a:xfrm>
            <a:off x="2445590" y="2653320"/>
            <a:ext cx="151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DF-IN: Username, Password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BD39E0-8B1A-4D5B-51A2-F3890B11AAE8}"/>
              </a:ext>
            </a:extLst>
          </p:cNvPr>
          <p:cNvSpPr txBox="1"/>
          <p:nvPr/>
        </p:nvSpPr>
        <p:spPr>
          <a:xfrm>
            <a:off x="2441725" y="4237329"/>
            <a:ext cx="151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DF-OUT: Login Confirmation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7A6FFE-3742-6417-348F-0D8E5B2F0971}"/>
              </a:ext>
            </a:extLst>
          </p:cNvPr>
          <p:cNvSpPr txBox="1"/>
          <p:nvPr/>
        </p:nvSpPr>
        <p:spPr>
          <a:xfrm>
            <a:off x="5470559" y="2139827"/>
            <a:ext cx="151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DF-OUT: Authentication Request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77863D-6BD9-500F-6498-BAA91B42CFB8}"/>
              </a:ext>
            </a:extLst>
          </p:cNvPr>
          <p:cNvSpPr txBox="1"/>
          <p:nvPr/>
        </p:nvSpPr>
        <p:spPr>
          <a:xfrm>
            <a:off x="6352751" y="3325604"/>
            <a:ext cx="151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DF-OUT: User Profile 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0531B7-7305-5F61-2F06-54AE8FDF984A}"/>
              </a:ext>
            </a:extLst>
          </p:cNvPr>
          <p:cNvSpPr txBox="1"/>
          <p:nvPr/>
        </p:nvSpPr>
        <p:spPr>
          <a:xfrm>
            <a:off x="5661043" y="4707240"/>
            <a:ext cx="1516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DF-OUT: Session Start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FE002E-332E-2241-A87E-D451D7CEAB97}"/>
              </a:ext>
            </a:extLst>
          </p:cNvPr>
          <p:cNvSpPr txBox="1"/>
          <p:nvPr/>
        </p:nvSpPr>
        <p:spPr>
          <a:xfrm>
            <a:off x="4113585" y="591014"/>
            <a:ext cx="2713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Logical DFD : Login</a:t>
            </a:r>
          </a:p>
        </p:txBody>
      </p:sp>
    </p:spTree>
    <p:extLst>
      <p:ext uri="{BB962C8B-B14F-4D97-AF65-F5344CB8AC3E}">
        <p14:creationId xmlns:p14="http://schemas.microsoft.com/office/powerpoint/2010/main" val="184710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9F6BF4-2945-E221-6921-9BD270DF7B58}"/>
              </a:ext>
            </a:extLst>
          </p:cNvPr>
          <p:cNvSpPr txBox="1"/>
          <p:nvPr/>
        </p:nvSpPr>
        <p:spPr>
          <a:xfrm>
            <a:off x="4113585" y="591014"/>
            <a:ext cx="2874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Physical DFD : Login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163E6C-6FC0-8671-394A-BD6B7BAED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75" y="3085832"/>
            <a:ext cx="710329" cy="6863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E72977-4519-C8D9-9F11-A144B8F11CD6}"/>
              </a:ext>
            </a:extLst>
          </p:cNvPr>
          <p:cNvSpPr txBox="1"/>
          <p:nvPr/>
        </p:nvSpPr>
        <p:spPr>
          <a:xfrm>
            <a:off x="303332" y="3762223"/>
            <a:ext cx="15611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Household Customer/</a:t>
            </a:r>
          </a:p>
          <a:p>
            <a:r>
              <a:rPr lang="en-US" sz="1100" dirty="0"/>
              <a:t> Service Professionals</a:t>
            </a: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D1346ED8-510E-B5AF-F696-7CE1BE49CF60}"/>
              </a:ext>
            </a:extLst>
          </p:cNvPr>
          <p:cNvCxnSpPr>
            <a:cxnSpLocks/>
            <a:stCxn id="5" idx="0"/>
            <a:endCxn id="11" idx="0"/>
          </p:cNvCxnSpPr>
          <p:nvPr/>
        </p:nvCxnSpPr>
        <p:spPr>
          <a:xfrm rot="16200000" flipH="1">
            <a:off x="2623641" y="1502731"/>
            <a:ext cx="244370" cy="3410572"/>
          </a:xfrm>
          <a:prstGeom prst="bentConnector3">
            <a:avLst>
              <a:gd name="adj1" fmla="val -9354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6AF33BB8-64FF-D6B2-F834-DC632C8C1856}"/>
              </a:ext>
            </a:extLst>
          </p:cNvPr>
          <p:cNvCxnSpPr>
            <a:cxnSpLocks/>
            <a:stCxn id="11" idx="2"/>
            <a:endCxn id="6" idx="2"/>
          </p:cNvCxnSpPr>
          <p:nvPr/>
        </p:nvCxnSpPr>
        <p:spPr>
          <a:xfrm rot="5400000">
            <a:off x="2648296" y="2390293"/>
            <a:ext cx="238439" cy="3367195"/>
          </a:xfrm>
          <a:prstGeom prst="bentConnector3">
            <a:avLst>
              <a:gd name="adj1" fmla="val 19587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A51E6EB-FB70-3187-E963-4191F1A652BE}"/>
              </a:ext>
            </a:extLst>
          </p:cNvPr>
          <p:cNvSpPr txBox="1"/>
          <p:nvPr/>
        </p:nvSpPr>
        <p:spPr>
          <a:xfrm>
            <a:off x="1821124" y="2653320"/>
            <a:ext cx="151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DF-IN: Username, Password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5EB338-8C19-9536-BEBD-DE7C6AEC1F8D}"/>
              </a:ext>
            </a:extLst>
          </p:cNvPr>
          <p:cNvSpPr txBox="1"/>
          <p:nvPr/>
        </p:nvSpPr>
        <p:spPr>
          <a:xfrm>
            <a:off x="1817259" y="4237329"/>
            <a:ext cx="151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DF-OUT: Login Confirmation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3B2B5D-C287-C1D4-A7DB-092705175129}"/>
              </a:ext>
            </a:extLst>
          </p:cNvPr>
          <p:cNvSpPr/>
          <p:nvPr/>
        </p:nvSpPr>
        <p:spPr>
          <a:xfrm>
            <a:off x="3772662" y="3330202"/>
            <a:ext cx="1356899" cy="6244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1.03 Login</a:t>
            </a:r>
          </a:p>
        </p:txBody>
      </p:sp>
      <p:sp>
        <p:nvSpPr>
          <p:cNvPr id="15" name="Magnetic Disk 14">
            <a:extLst>
              <a:ext uri="{FF2B5EF4-FFF2-40B4-BE49-F238E27FC236}">
                <a16:creationId xmlns:a16="http://schemas.microsoft.com/office/drawing/2014/main" id="{D2FF77FE-A3B3-FF90-E2A5-BA6D2F2922BA}"/>
              </a:ext>
            </a:extLst>
          </p:cNvPr>
          <p:cNvSpPr/>
          <p:nvPr/>
        </p:nvSpPr>
        <p:spPr>
          <a:xfrm>
            <a:off x="6638112" y="1704620"/>
            <a:ext cx="1342443" cy="871669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Users</a:t>
            </a:r>
          </a:p>
        </p:txBody>
      </p:sp>
      <p:sp>
        <p:nvSpPr>
          <p:cNvPr id="16" name="Magnetic Disk 15">
            <a:extLst>
              <a:ext uri="{FF2B5EF4-FFF2-40B4-BE49-F238E27FC236}">
                <a16:creationId xmlns:a16="http://schemas.microsoft.com/office/drawing/2014/main" id="{E44E49E9-A678-F2A0-EF24-8412B9A03AD5}"/>
              </a:ext>
            </a:extLst>
          </p:cNvPr>
          <p:cNvSpPr/>
          <p:nvPr/>
        </p:nvSpPr>
        <p:spPr>
          <a:xfrm>
            <a:off x="6638112" y="3276587"/>
            <a:ext cx="1342443" cy="871669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User_Roles</a:t>
            </a:r>
            <a:endParaRPr lang="en-US" dirty="0"/>
          </a:p>
        </p:txBody>
      </p:sp>
      <p:sp>
        <p:nvSpPr>
          <p:cNvPr id="17" name="Magnetic Disk 16">
            <a:extLst>
              <a:ext uri="{FF2B5EF4-FFF2-40B4-BE49-F238E27FC236}">
                <a16:creationId xmlns:a16="http://schemas.microsoft.com/office/drawing/2014/main" id="{7DE90182-BBC4-4131-8EBF-1F1F3A5BC919}"/>
              </a:ext>
            </a:extLst>
          </p:cNvPr>
          <p:cNvSpPr/>
          <p:nvPr/>
        </p:nvSpPr>
        <p:spPr>
          <a:xfrm>
            <a:off x="6638113" y="4796866"/>
            <a:ext cx="1342443" cy="871669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Sessions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E31FDD-C8A7-4920-DE8F-483BE27D6A7B}"/>
              </a:ext>
            </a:extLst>
          </p:cNvPr>
          <p:cNvSpPr/>
          <p:nvPr/>
        </p:nvSpPr>
        <p:spPr>
          <a:xfrm>
            <a:off x="9582612" y="1828219"/>
            <a:ext cx="2152186" cy="6244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1.04 Manage User Profile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7F9709-FA26-414A-A97E-62EEB0AF3A40}"/>
              </a:ext>
            </a:extLst>
          </p:cNvPr>
          <p:cNvSpPr txBox="1"/>
          <p:nvPr/>
        </p:nvSpPr>
        <p:spPr>
          <a:xfrm>
            <a:off x="7980555" y="1940398"/>
            <a:ext cx="151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DF-OUT: User Account Record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EF5FC4F-5593-4149-6852-56ED732EAB13}"/>
              </a:ext>
            </a:extLst>
          </p:cNvPr>
          <p:cNvCxnSpPr>
            <a:stCxn id="15" idx="4"/>
            <a:endCxn id="18" idx="1"/>
          </p:cNvCxnSpPr>
          <p:nvPr/>
        </p:nvCxnSpPr>
        <p:spPr>
          <a:xfrm flipV="1">
            <a:off x="7980555" y="2140454"/>
            <a:ext cx="160205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8332C788-C4ED-4C85-8780-79E1CEA2F954}"/>
              </a:ext>
            </a:extLst>
          </p:cNvPr>
          <p:cNvCxnSpPr>
            <a:endCxn id="15" idx="2"/>
          </p:cNvCxnSpPr>
          <p:nvPr/>
        </p:nvCxnSpPr>
        <p:spPr>
          <a:xfrm flipV="1">
            <a:off x="4605454" y="2140455"/>
            <a:ext cx="2032658" cy="1189747"/>
          </a:xfrm>
          <a:prstGeom prst="bentConnector3">
            <a:avLst>
              <a:gd name="adj1" fmla="val -4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F566E62A-1933-357C-2D2A-0D9C01E70037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4928839" y="3276587"/>
            <a:ext cx="2380495" cy="53615"/>
          </a:xfrm>
          <a:prstGeom prst="bentConnector4">
            <a:avLst>
              <a:gd name="adj1" fmla="val -168"/>
              <a:gd name="adj2" fmla="val 52637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1ED7AB91-D7E3-A94D-9354-8E7669E5A396}"/>
              </a:ext>
            </a:extLst>
          </p:cNvPr>
          <p:cNvCxnSpPr>
            <a:stCxn id="16" idx="3"/>
          </p:cNvCxnSpPr>
          <p:nvPr/>
        </p:nvCxnSpPr>
        <p:spPr>
          <a:xfrm rot="5400000" flipH="1">
            <a:off x="6033792" y="2872714"/>
            <a:ext cx="170590" cy="2380495"/>
          </a:xfrm>
          <a:prstGeom prst="bentConnector4">
            <a:avLst>
              <a:gd name="adj1" fmla="val -134006"/>
              <a:gd name="adj2" fmla="val 997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BDE7320E-7666-79EA-5A7F-324859FC5FFF}"/>
              </a:ext>
            </a:extLst>
          </p:cNvPr>
          <p:cNvCxnSpPr>
            <a:endCxn id="17" idx="2"/>
          </p:cNvCxnSpPr>
          <p:nvPr/>
        </p:nvCxnSpPr>
        <p:spPr>
          <a:xfrm>
            <a:off x="4605454" y="3954670"/>
            <a:ext cx="2032659" cy="1278031"/>
          </a:xfrm>
          <a:prstGeom prst="bentConnector3">
            <a:avLst>
              <a:gd name="adj1" fmla="val 62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BCC04FC-7ACB-B39E-FF18-158E7EA8FC74}"/>
              </a:ext>
            </a:extLst>
          </p:cNvPr>
          <p:cNvSpPr txBox="1"/>
          <p:nvPr/>
        </p:nvSpPr>
        <p:spPr>
          <a:xfrm>
            <a:off x="4699198" y="1940398"/>
            <a:ext cx="151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DF-OUT: Credentials Lookup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8BC542-8A1A-B28F-8472-51FE731FBC4A}"/>
              </a:ext>
            </a:extLst>
          </p:cNvPr>
          <p:cNvSpPr txBox="1"/>
          <p:nvPr/>
        </p:nvSpPr>
        <p:spPr>
          <a:xfrm>
            <a:off x="5030874" y="2905572"/>
            <a:ext cx="1516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DF-OUT: Role Lookup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89F5E4-AFFC-9405-62DA-47B1A12B21DA}"/>
              </a:ext>
            </a:extLst>
          </p:cNvPr>
          <p:cNvSpPr txBox="1"/>
          <p:nvPr/>
        </p:nvSpPr>
        <p:spPr>
          <a:xfrm>
            <a:off x="5027940" y="4266281"/>
            <a:ext cx="1516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DF-OUT: Role Data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153432-4C8C-BF82-D019-12F7A54B00B3}"/>
              </a:ext>
            </a:extLst>
          </p:cNvPr>
          <p:cNvSpPr txBox="1"/>
          <p:nvPr/>
        </p:nvSpPr>
        <p:spPr>
          <a:xfrm>
            <a:off x="4863608" y="5104504"/>
            <a:ext cx="1516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highlight>
                  <a:srgbClr val="C0C0C0"/>
                </a:highlight>
              </a:rPr>
              <a:t>DF-OUT: Session Start</a:t>
            </a:r>
          </a:p>
        </p:txBody>
      </p:sp>
    </p:spTree>
    <p:extLst>
      <p:ext uri="{BB962C8B-B14F-4D97-AF65-F5344CB8AC3E}">
        <p14:creationId xmlns:p14="http://schemas.microsoft.com/office/powerpoint/2010/main" val="1650243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173</Words>
  <Application>Microsoft Macintosh PowerPoint</Application>
  <PresentationFormat>Widescreen</PresentationFormat>
  <Paragraphs>50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Kakadiya, Krunal Gordhanbhai</dc:creator>
  <cp:lastModifiedBy>Kakadiya, Krunal Gordhanbhai</cp:lastModifiedBy>
  <cp:revision>4</cp:revision>
  <dcterms:created xsi:type="dcterms:W3CDTF">2026-03-14T23:59:17Z</dcterms:created>
  <dcterms:modified xsi:type="dcterms:W3CDTF">2026-03-17T16:23:09Z</dcterms:modified>
</cp:coreProperties>
</file>