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662241-4851-4E18-A0C4-4CA715FB0273}" v="58" dt="2026-03-21T03:47:02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94CB4-2C49-D970-2D52-77AC2D870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8F95BD-1881-FF14-468F-452B2AC1F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F26EE-B580-6F22-500A-B55DA829B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485-6059-47F4-9FE8-8BAE4A444B6A}" type="datetimeFigureOut">
              <a:rPr lang="en-IN" smtClean="0"/>
              <a:t>22-03-2026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77030-911D-83A3-FABC-0EA175C14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5978B-062C-D343-D77E-B4D450782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2172-8122-4D80-8690-EA26FD43230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7102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01044-4927-698F-2F46-FE1D38956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0CEB2-FB9D-8CBA-1FDF-D4F105670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CC5A1-43B3-19CA-CAA9-60B57DA06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485-6059-47F4-9FE8-8BAE4A444B6A}" type="datetimeFigureOut">
              <a:rPr lang="en-IN" smtClean="0"/>
              <a:t>22-03-2026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24F2E-91DE-201B-D638-B21E658AB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4A54B-52A9-726E-1924-FFCE7598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2172-8122-4D80-8690-EA26FD43230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1267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4C257-41B4-5A5B-F015-F87A15762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39188-D891-1611-BC6D-B7BF0219A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F1953-6B24-00D3-AC71-480B2FBCD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485-6059-47F4-9FE8-8BAE4A444B6A}" type="datetimeFigureOut">
              <a:rPr lang="en-IN" smtClean="0"/>
              <a:t>22-03-2026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64959-FDB3-733F-EB8B-CF8D3640B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1F2F2-C6BD-DD32-83C8-9651317E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2172-8122-4D80-8690-EA26FD43230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4036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460A1-B34A-0308-BDB3-483122716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9410F-BCC0-4E63-A2E4-B4B647123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7442CA-E2AF-C26B-3AAF-A7E55B04A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C863B-9110-C0CF-C0AE-B81587D2C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485-6059-47F4-9FE8-8BAE4A444B6A}" type="datetimeFigureOut">
              <a:rPr lang="en-IN" smtClean="0"/>
              <a:t>22-03-2026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C5376-E49A-1901-4FBF-9A1FE21A2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903A5-F34F-FA6E-46C4-1CB73BFC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2172-8122-4D80-8690-EA26FD43230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155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CB19F-E859-772F-BD5A-5C913262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E8E45-F9D1-EA6F-A1EB-A4EDA56EE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ED415C-4EC6-5476-9414-6A7561213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9370E-2D79-A435-AB99-ADF662470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2D30D7-1112-F73A-0B54-EA62FAFC27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523F97-8DD8-B240-609F-DB319B30A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485-6059-47F4-9FE8-8BAE4A444B6A}" type="datetimeFigureOut">
              <a:rPr lang="en-IN" smtClean="0"/>
              <a:t>22-03-2026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9EB769-0D0C-496A-C4A7-F97BBF871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DA268-8665-6C5A-1398-53357E198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2172-8122-4D80-8690-EA26FD43230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530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0FB16-A3AC-D12E-FC07-D4AD2817F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4B112D-909E-455B-C3DF-9FD2A033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485-6059-47F4-9FE8-8BAE4A444B6A}" type="datetimeFigureOut">
              <a:rPr lang="en-IN" smtClean="0"/>
              <a:t>22-03-2026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E3C79-013A-0B7D-BBCE-E08E6D859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1B636-DB99-9BEE-8B0B-D0749F3E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2172-8122-4D80-8690-EA26FD43230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9506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FC87C8-14EE-8EB9-01D0-A5510F554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485-6059-47F4-9FE8-8BAE4A444B6A}" type="datetimeFigureOut">
              <a:rPr lang="en-IN" smtClean="0"/>
              <a:t>22-03-2026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90C7E-365B-3312-3684-C08FDC32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26C8A-5176-356D-DB91-C163FE26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2172-8122-4D80-8690-EA26FD43230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3300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0BE3C-8ECC-5AFB-0AC1-8475108D5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460E7-DFB3-C0F4-7FB2-62135260D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79141A-B5CE-D8AA-AD65-ACB465D0B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DBD71-9B47-28C2-0363-96BC15AAD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485-6059-47F4-9FE8-8BAE4A444B6A}" type="datetimeFigureOut">
              <a:rPr lang="en-IN" smtClean="0"/>
              <a:t>22-03-2026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E2235-D9FB-C246-D8C7-2C30F7834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3541E-3893-5B2D-9994-F4BE103FE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2172-8122-4D80-8690-EA26FD43230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9110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41DB5-2240-545B-CDF2-0E38DF971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EA06C6-1A4B-4A5B-8936-810855A60C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3160C-93F2-85A1-BB6C-E52540413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849FD-DC32-E2BF-305B-A4FCE019F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485-6059-47F4-9FE8-8BAE4A444B6A}" type="datetimeFigureOut">
              <a:rPr lang="en-IN" smtClean="0"/>
              <a:t>22-03-2026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47E23-54AD-75B5-C5A1-E4789F5D3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E9AF8-AC49-7DA4-F532-46ECF09F5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2172-8122-4D80-8690-EA26FD43230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0218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DA648-3010-273E-8526-6B9A6FDF0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E3D54-661B-45DC-B8B6-0403D5301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A4664-2A58-76D8-4309-EF07FB7E2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485-6059-47F4-9FE8-8BAE4A444B6A}" type="datetimeFigureOut">
              <a:rPr lang="en-IN" smtClean="0"/>
              <a:t>22-03-2026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B0FD7-474A-F692-9A0E-4BC98FD13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DC18A-8CDB-A005-BE57-1A19AC775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2172-8122-4D80-8690-EA26FD43230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9297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A2025F-86F2-85C7-E49B-F788EDB07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BF32E-3240-BE64-258A-8CCFC636C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E886F-F72F-8B03-5443-B72C289DE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E485-6059-47F4-9FE8-8BAE4A444B6A}" type="datetimeFigureOut">
              <a:rPr lang="en-IN" smtClean="0"/>
              <a:t>22-03-2026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7D2CA-70A0-D795-26E6-5816DB7F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3F6A3-4FD6-C2CB-1CFA-8B7618DFB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2172-8122-4D80-8690-EA26FD43230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33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74C96F-1D60-0EF1-A1C1-DC4AB7965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E3A86-F46D-93CF-0BA1-809F225F7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99B95-D794-BD2B-31C5-F28AC7C6AE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2E485-6059-47F4-9FE8-8BAE4A444B6A}" type="datetimeFigureOut">
              <a:rPr lang="en-IN" smtClean="0"/>
              <a:t>22-03-2026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C234B-7420-D414-382B-BA640BA8B9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C84EB-6076-C4FD-BDB9-C77F1D50E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62172-8122-4D80-8690-EA26FD43230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3485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0F49065-4E32-A06F-5616-3766674E0082}"/>
              </a:ext>
            </a:extLst>
          </p:cNvPr>
          <p:cNvSpPr/>
          <p:nvPr/>
        </p:nvSpPr>
        <p:spPr>
          <a:xfrm>
            <a:off x="6825693" y="901991"/>
            <a:ext cx="871677" cy="521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Open </a:t>
            </a:r>
            <a:r>
              <a:rPr lang="en-US" sz="900" dirty="0" err="1"/>
              <a:t>Fixora</a:t>
            </a:r>
            <a:r>
              <a:rPr lang="en-US" sz="900" dirty="0"/>
              <a:t> App</a:t>
            </a:r>
            <a:endParaRPr lang="en-IN" sz="900" dirty="0"/>
          </a:p>
        </p:txBody>
      </p:sp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EE9FEC03-84B7-0435-6E0C-5EFCE4A04C4C}"/>
              </a:ext>
            </a:extLst>
          </p:cNvPr>
          <p:cNvSpPr/>
          <p:nvPr/>
        </p:nvSpPr>
        <p:spPr>
          <a:xfrm>
            <a:off x="6450856" y="1556711"/>
            <a:ext cx="1621352" cy="105507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Registered ?</a:t>
            </a:r>
            <a:endParaRPr lang="en-IN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C21BB4-943E-E3C4-64D8-8A369BF4871D}"/>
              </a:ext>
            </a:extLst>
          </p:cNvPr>
          <p:cNvSpPr/>
          <p:nvPr/>
        </p:nvSpPr>
        <p:spPr>
          <a:xfrm>
            <a:off x="4965911" y="1832184"/>
            <a:ext cx="871678" cy="521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Register Account</a:t>
            </a:r>
            <a:endParaRPr lang="en-IN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0F7264-60F3-19F2-3D24-15643EE01C06}"/>
              </a:ext>
            </a:extLst>
          </p:cNvPr>
          <p:cNvSpPr/>
          <p:nvPr/>
        </p:nvSpPr>
        <p:spPr>
          <a:xfrm>
            <a:off x="8946080" y="1818591"/>
            <a:ext cx="871678" cy="5261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Login</a:t>
            </a:r>
            <a:endParaRPr lang="en-IN" sz="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712C3-6A76-FA99-315E-4D57E09DF106}"/>
              </a:ext>
            </a:extLst>
          </p:cNvPr>
          <p:cNvSpPr/>
          <p:nvPr/>
        </p:nvSpPr>
        <p:spPr>
          <a:xfrm>
            <a:off x="6718281" y="2983906"/>
            <a:ext cx="871680" cy="521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Search Service</a:t>
            </a:r>
            <a:endParaRPr lang="en-IN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CA4DD4-1C1B-DF3F-26AC-8BF5F3361FFD}"/>
              </a:ext>
            </a:extLst>
          </p:cNvPr>
          <p:cNvSpPr/>
          <p:nvPr/>
        </p:nvSpPr>
        <p:spPr>
          <a:xfrm>
            <a:off x="2690223" y="2431100"/>
            <a:ext cx="837991" cy="545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Authenticate User</a:t>
            </a:r>
            <a:endParaRPr lang="en-IN" sz="9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995494-8BBF-19CD-2C06-F03E41596F1D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7261531" y="667966"/>
            <a:ext cx="1" cy="234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FA6D3D1-90EB-8590-15C1-E376EA10841D}"/>
              </a:ext>
            </a:extLst>
          </p:cNvPr>
          <p:cNvSpPr/>
          <p:nvPr/>
        </p:nvSpPr>
        <p:spPr>
          <a:xfrm>
            <a:off x="2638528" y="1822851"/>
            <a:ext cx="871679" cy="521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Create Account</a:t>
            </a:r>
            <a:endParaRPr lang="en-IN" sz="9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17BE149-B24C-A9FB-4D3D-55103D43FA0B}"/>
              </a:ext>
            </a:extLst>
          </p:cNvPr>
          <p:cNvSpPr/>
          <p:nvPr/>
        </p:nvSpPr>
        <p:spPr>
          <a:xfrm>
            <a:off x="2681802" y="3294987"/>
            <a:ext cx="871680" cy="521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Display Service</a:t>
            </a:r>
            <a:endParaRPr lang="en-IN" sz="900" dirty="0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4BD9AF53-69B8-C86B-0CDC-0AEC8EC439F0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7261532" y="1423898"/>
            <a:ext cx="0" cy="132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E8BF9F84-B7EB-E9CA-B191-BA1961A13620}"/>
              </a:ext>
            </a:extLst>
          </p:cNvPr>
          <p:cNvSpPr/>
          <p:nvPr/>
        </p:nvSpPr>
        <p:spPr>
          <a:xfrm>
            <a:off x="6726703" y="3849333"/>
            <a:ext cx="871680" cy="521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Select Service</a:t>
            </a:r>
            <a:endParaRPr lang="en-IN" sz="900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C5B6FD6-621C-6470-D339-E501C1E78B79}"/>
              </a:ext>
            </a:extLst>
          </p:cNvPr>
          <p:cNvSpPr/>
          <p:nvPr/>
        </p:nvSpPr>
        <p:spPr>
          <a:xfrm>
            <a:off x="2681802" y="4225456"/>
            <a:ext cx="871680" cy="521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Check Availability</a:t>
            </a:r>
            <a:endParaRPr lang="en-IN" sz="90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2BF5725-6280-2CF8-78BD-914D2DA47356}"/>
              </a:ext>
            </a:extLst>
          </p:cNvPr>
          <p:cNvSpPr/>
          <p:nvPr/>
        </p:nvSpPr>
        <p:spPr>
          <a:xfrm>
            <a:off x="6718281" y="4698023"/>
            <a:ext cx="871680" cy="521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Schedule Booking</a:t>
            </a:r>
            <a:endParaRPr lang="en-IN" sz="900" dirty="0"/>
          </a:p>
        </p:txBody>
      </p:sp>
      <p:sp>
        <p:nvSpPr>
          <p:cNvPr id="144" name="Flowchart: Decision 143">
            <a:extLst>
              <a:ext uri="{FF2B5EF4-FFF2-40B4-BE49-F238E27FC236}">
                <a16:creationId xmlns:a16="http://schemas.microsoft.com/office/drawing/2014/main" id="{A6FE9322-DAF0-FF95-3751-93A8A132F96C}"/>
              </a:ext>
            </a:extLst>
          </p:cNvPr>
          <p:cNvSpPr/>
          <p:nvPr/>
        </p:nvSpPr>
        <p:spPr>
          <a:xfrm>
            <a:off x="2459535" y="5008314"/>
            <a:ext cx="1316212" cy="78744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Booking Valid ?</a:t>
            </a:r>
            <a:endParaRPr lang="en-IN" sz="900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0C83E3D-72CE-43CB-2E9D-FD9A976B1B2E}"/>
              </a:ext>
            </a:extLst>
          </p:cNvPr>
          <p:cNvSpPr/>
          <p:nvPr/>
        </p:nvSpPr>
        <p:spPr>
          <a:xfrm>
            <a:off x="6705680" y="6165950"/>
            <a:ext cx="871680" cy="521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Enter Payment Details</a:t>
            </a:r>
            <a:endParaRPr lang="en-IN" sz="900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E5DD222B-6D6D-B3B2-3E73-A172D9251615}"/>
              </a:ext>
            </a:extLst>
          </p:cNvPr>
          <p:cNvSpPr/>
          <p:nvPr/>
        </p:nvSpPr>
        <p:spPr>
          <a:xfrm>
            <a:off x="938442" y="3857372"/>
            <a:ext cx="871680" cy="521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Process Payment</a:t>
            </a:r>
            <a:endParaRPr lang="en-IN" sz="900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3842C58C-8F17-B6D3-54D1-7EC66CE33674}"/>
              </a:ext>
            </a:extLst>
          </p:cNvPr>
          <p:cNvSpPr/>
          <p:nvPr/>
        </p:nvSpPr>
        <p:spPr>
          <a:xfrm>
            <a:off x="946620" y="4736662"/>
            <a:ext cx="871680" cy="521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Generate Confirmation</a:t>
            </a:r>
            <a:endParaRPr lang="en-IN" sz="900" dirty="0"/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40C817D1-4623-85C8-FA6C-732A14C39372}"/>
              </a:ext>
            </a:extLst>
          </p:cNvPr>
          <p:cNvCxnSpPr>
            <a:stCxn id="7" idx="1"/>
            <a:endCxn id="23" idx="3"/>
          </p:cNvCxnSpPr>
          <p:nvPr/>
        </p:nvCxnSpPr>
        <p:spPr>
          <a:xfrm flipH="1" flipV="1">
            <a:off x="3510207" y="2083805"/>
            <a:ext cx="1455704" cy="9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: Elbow 211">
            <a:extLst>
              <a:ext uri="{FF2B5EF4-FFF2-40B4-BE49-F238E27FC236}">
                <a16:creationId xmlns:a16="http://schemas.microsoft.com/office/drawing/2014/main" id="{02099BD7-AAAF-308A-9DA8-F1020BB648FA}"/>
              </a:ext>
            </a:extLst>
          </p:cNvPr>
          <p:cNvCxnSpPr>
            <a:stCxn id="10" idx="2"/>
            <a:endCxn id="9" idx="1"/>
          </p:cNvCxnSpPr>
          <p:nvPr/>
        </p:nvCxnSpPr>
        <p:spPr>
          <a:xfrm rot="16200000" flipH="1">
            <a:off x="4779823" y="1306401"/>
            <a:ext cx="267855" cy="36090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: Elbow 216">
            <a:extLst>
              <a:ext uri="{FF2B5EF4-FFF2-40B4-BE49-F238E27FC236}">
                <a16:creationId xmlns:a16="http://schemas.microsoft.com/office/drawing/2014/main" id="{F5655B63-6E4A-DD27-A60A-71B32048C098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29566" y="2121572"/>
            <a:ext cx="376791" cy="360063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: Elbow 224">
            <a:extLst>
              <a:ext uri="{FF2B5EF4-FFF2-40B4-BE49-F238E27FC236}">
                <a16:creationId xmlns:a16="http://schemas.microsoft.com/office/drawing/2014/main" id="{7E593B3F-DF00-A3E3-9E86-A526876BBD56}"/>
              </a:ext>
            </a:extLst>
          </p:cNvPr>
          <p:cNvCxnSpPr>
            <a:stCxn id="9" idx="2"/>
            <a:endCxn id="54" idx="3"/>
          </p:cNvCxnSpPr>
          <p:nvPr/>
        </p:nvCxnSpPr>
        <p:spPr>
          <a:xfrm rot="5400000">
            <a:off x="5328738" y="1730558"/>
            <a:ext cx="50128" cy="360063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: Elbow 226">
            <a:extLst>
              <a:ext uri="{FF2B5EF4-FFF2-40B4-BE49-F238E27FC236}">
                <a16:creationId xmlns:a16="http://schemas.microsoft.com/office/drawing/2014/main" id="{9B791E66-FA68-B0CE-F376-CFFB6ABADAF9}"/>
              </a:ext>
            </a:extLst>
          </p:cNvPr>
          <p:cNvCxnSpPr>
            <a:cxnSpLocks/>
            <a:stCxn id="131" idx="3"/>
            <a:endCxn id="132" idx="3"/>
          </p:cNvCxnSpPr>
          <p:nvPr/>
        </p:nvCxnSpPr>
        <p:spPr>
          <a:xfrm flipH="1">
            <a:off x="3553482" y="4110287"/>
            <a:ext cx="4044901" cy="376123"/>
          </a:xfrm>
          <a:prstGeom prst="bentConnector3">
            <a:avLst>
              <a:gd name="adj1" fmla="val -35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: Elbow 228">
            <a:extLst>
              <a:ext uri="{FF2B5EF4-FFF2-40B4-BE49-F238E27FC236}">
                <a16:creationId xmlns:a16="http://schemas.microsoft.com/office/drawing/2014/main" id="{ED79E2AA-4B78-C577-32F9-18DA423D23C2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15667" y="2943801"/>
            <a:ext cx="387744" cy="360063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0FD09105-6BAB-43E0-BB9C-5A0EAEDB5B04}"/>
              </a:ext>
            </a:extLst>
          </p:cNvPr>
          <p:cNvSpPr txBox="1"/>
          <p:nvPr/>
        </p:nvSpPr>
        <p:spPr>
          <a:xfrm>
            <a:off x="5153381" y="5843344"/>
            <a:ext cx="3529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No</a:t>
            </a:r>
            <a:endParaRPr lang="en-IN" sz="1050" dirty="0"/>
          </a:p>
        </p:txBody>
      </p:sp>
      <p:cxnSp>
        <p:nvCxnSpPr>
          <p:cNvPr id="254" name="Connector: Elbow 253">
            <a:extLst>
              <a:ext uri="{FF2B5EF4-FFF2-40B4-BE49-F238E27FC236}">
                <a16:creationId xmlns:a16="http://schemas.microsoft.com/office/drawing/2014/main" id="{27BC3B68-CD5A-3B1A-0CF8-F019F442E5EF}"/>
              </a:ext>
            </a:extLst>
          </p:cNvPr>
          <p:cNvCxnSpPr>
            <a:cxnSpLocks/>
            <a:stCxn id="144" idx="1"/>
            <a:endCxn id="153" idx="1"/>
          </p:cNvCxnSpPr>
          <p:nvPr/>
        </p:nvCxnSpPr>
        <p:spPr>
          <a:xfrm rot="10800000" flipH="1" flipV="1">
            <a:off x="2459534" y="5402034"/>
            <a:ext cx="4246145" cy="1024869"/>
          </a:xfrm>
          <a:prstGeom prst="bentConnector3">
            <a:avLst>
              <a:gd name="adj1" fmla="val -538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: Elbow 255">
            <a:extLst>
              <a:ext uri="{FF2B5EF4-FFF2-40B4-BE49-F238E27FC236}">
                <a16:creationId xmlns:a16="http://schemas.microsoft.com/office/drawing/2014/main" id="{4E1B5FA8-64E7-D9B3-53D6-5A8D8F9DDA13}"/>
              </a:ext>
            </a:extLst>
          </p:cNvPr>
          <p:cNvCxnSpPr>
            <a:stCxn id="153" idx="2"/>
            <a:endCxn id="159" idx="0"/>
          </p:cNvCxnSpPr>
          <p:nvPr/>
        </p:nvCxnSpPr>
        <p:spPr>
          <a:xfrm rot="5400000" flipH="1">
            <a:off x="2842658" y="2388996"/>
            <a:ext cx="2830485" cy="5767238"/>
          </a:xfrm>
          <a:prstGeom prst="bentConnector5">
            <a:avLst>
              <a:gd name="adj1" fmla="val -3791"/>
              <a:gd name="adj2" fmla="val 87211"/>
              <a:gd name="adj3" fmla="val 12126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D3A57D3B-7021-5882-7D74-9B14A43B7439}"/>
              </a:ext>
            </a:extLst>
          </p:cNvPr>
          <p:cNvSpPr txBox="1"/>
          <p:nvPr/>
        </p:nvSpPr>
        <p:spPr>
          <a:xfrm>
            <a:off x="4658011" y="6567548"/>
            <a:ext cx="3930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Yes</a:t>
            </a:r>
            <a:endParaRPr lang="en-IN" sz="1050" dirty="0"/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D0F1BEA7-8E77-6B36-17D4-587EA824E168}"/>
              </a:ext>
            </a:extLst>
          </p:cNvPr>
          <p:cNvCxnSpPr>
            <a:stCxn id="159" idx="2"/>
            <a:endCxn id="160" idx="0"/>
          </p:cNvCxnSpPr>
          <p:nvPr/>
        </p:nvCxnSpPr>
        <p:spPr>
          <a:xfrm>
            <a:off x="1374282" y="4379279"/>
            <a:ext cx="8178" cy="357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5B9787FE-E06B-6522-77A5-F409EF74C8F1}"/>
              </a:ext>
            </a:extLst>
          </p:cNvPr>
          <p:cNvCxnSpPr>
            <a:cxnSpLocks/>
            <a:stCxn id="160" idx="2"/>
          </p:cNvCxnSpPr>
          <p:nvPr/>
        </p:nvCxnSpPr>
        <p:spPr>
          <a:xfrm>
            <a:off x="1382460" y="5258569"/>
            <a:ext cx="0" cy="269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D71DEFA8-8964-C3A9-FE8C-40B4DF13030B}"/>
              </a:ext>
            </a:extLst>
          </p:cNvPr>
          <p:cNvCxnSpPr>
            <a:cxnSpLocks/>
            <a:stCxn id="4" idx="1"/>
            <a:endCxn id="7" idx="3"/>
          </p:cNvCxnSpPr>
          <p:nvPr/>
        </p:nvCxnSpPr>
        <p:spPr>
          <a:xfrm flipH="1">
            <a:off x="5837589" y="2084249"/>
            <a:ext cx="613267" cy="88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Rectangle 271">
            <a:extLst>
              <a:ext uri="{FF2B5EF4-FFF2-40B4-BE49-F238E27FC236}">
                <a16:creationId xmlns:a16="http://schemas.microsoft.com/office/drawing/2014/main" id="{A21CDFE0-537C-284E-6E30-BEA34312CA3B}"/>
              </a:ext>
            </a:extLst>
          </p:cNvPr>
          <p:cNvSpPr/>
          <p:nvPr/>
        </p:nvSpPr>
        <p:spPr>
          <a:xfrm>
            <a:off x="427084" y="266718"/>
            <a:ext cx="4118955" cy="659128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3A734966-DEA7-F290-69C6-A2B53E75D962}"/>
              </a:ext>
            </a:extLst>
          </p:cNvPr>
          <p:cNvSpPr/>
          <p:nvPr/>
        </p:nvSpPr>
        <p:spPr>
          <a:xfrm>
            <a:off x="4695720" y="260351"/>
            <a:ext cx="5383000" cy="659128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183DEB1B-0403-2DF3-0678-F2B422F32905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8072208" y="2081675"/>
            <a:ext cx="873872" cy="25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A1D30FD9-9077-B035-265C-C284E436F79E}"/>
              </a:ext>
            </a:extLst>
          </p:cNvPr>
          <p:cNvSpPr txBox="1"/>
          <p:nvPr/>
        </p:nvSpPr>
        <p:spPr>
          <a:xfrm>
            <a:off x="4092039" y="1724175"/>
            <a:ext cx="3529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No</a:t>
            </a:r>
            <a:endParaRPr lang="en-IN" sz="1050" dirty="0"/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37CDC664-4BBD-1F53-2C9D-C81AABE78912}"/>
              </a:ext>
            </a:extLst>
          </p:cNvPr>
          <p:cNvSpPr txBox="1"/>
          <p:nvPr/>
        </p:nvSpPr>
        <p:spPr>
          <a:xfrm>
            <a:off x="8292062" y="1883122"/>
            <a:ext cx="3930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Yes</a:t>
            </a:r>
            <a:endParaRPr lang="en-IN" sz="1050" dirty="0"/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A55F1F4E-1B34-E016-B907-6D5EC16B2BB9}"/>
              </a:ext>
            </a:extLst>
          </p:cNvPr>
          <p:cNvSpPr txBox="1"/>
          <p:nvPr/>
        </p:nvSpPr>
        <p:spPr>
          <a:xfrm>
            <a:off x="4959627" y="-92454"/>
            <a:ext cx="1512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External User</a:t>
            </a:r>
            <a:endParaRPr lang="en-IN" dirty="0"/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A4BD3BC6-7842-196D-BAC9-8D898B64CCBE}"/>
              </a:ext>
            </a:extLst>
          </p:cNvPr>
          <p:cNvSpPr txBox="1"/>
          <p:nvPr/>
        </p:nvSpPr>
        <p:spPr>
          <a:xfrm>
            <a:off x="1777303" y="173452"/>
            <a:ext cx="1600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Fixora</a:t>
            </a:r>
            <a:r>
              <a:rPr lang="en-US" sz="1600" dirty="0"/>
              <a:t> System</a:t>
            </a:r>
            <a:endParaRPr lang="en-IN" sz="1600" dirty="0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F24FB782-1368-855A-7445-2F12CAB9FA5D}"/>
              </a:ext>
            </a:extLst>
          </p:cNvPr>
          <p:cNvSpPr txBox="1"/>
          <p:nvPr/>
        </p:nvSpPr>
        <p:spPr>
          <a:xfrm>
            <a:off x="6388607" y="166057"/>
            <a:ext cx="22965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Household</a:t>
            </a:r>
            <a:r>
              <a:rPr lang="en-US" sz="1600" dirty="0"/>
              <a:t> </a:t>
            </a:r>
            <a:r>
              <a:rPr lang="en-US" sz="1400" dirty="0"/>
              <a:t>Customer</a:t>
            </a:r>
            <a:endParaRPr lang="en-IN" sz="1600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43CED8A0-0092-0A93-4540-5B1946CC186E}"/>
              </a:ext>
            </a:extLst>
          </p:cNvPr>
          <p:cNvCxnSpPr>
            <a:stCxn id="8" idx="2"/>
            <a:endCxn id="10" idx="3"/>
          </p:cNvCxnSpPr>
          <p:nvPr/>
        </p:nvCxnSpPr>
        <p:spPr>
          <a:xfrm rot="5400000">
            <a:off x="6275420" y="-402447"/>
            <a:ext cx="359295" cy="58537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9432ACC-966F-8D44-832A-1024A7A0D99E}"/>
              </a:ext>
            </a:extLst>
          </p:cNvPr>
          <p:cNvCxnSpPr>
            <a:stCxn id="144" idx="2"/>
            <a:endCxn id="9" idx="3"/>
          </p:cNvCxnSpPr>
          <p:nvPr/>
        </p:nvCxnSpPr>
        <p:spPr>
          <a:xfrm rot="5400000" flipH="1" flipV="1">
            <a:off x="4078353" y="2284148"/>
            <a:ext cx="2550896" cy="4472320"/>
          </a:xfrm>
          <a:prstGeom prst="bentConnector4">
            <a:avLst>
              <a:gd name="adj1" fmla="val -8962"/>
              <a:gd name="adj2" fmla="val 10511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E6CA9F9-D25F-C85F-A71A-67DC71936E0B}"/>
              </a:ext>
            </a:extLst>
          </p:cNvPr>
          <p:cNvCxnSpPr>
            <a:cxnSpLocks/>
            <a:stCxn id="133" idx="3"/>
            <a:endCxn id="144" idx="3"/>
          </p:cNvCxnSpPr>
          <p:nvPr/>
        </p:nvCxnSpPr>
        <p:spPr>
          <a:xfrm flipH="1">
            <a:off x="3775747" y="4958977"/>
            <a:ext cx="3814214" cy="443058"/>
          </a:xfrm>
          <a:prstGeom prst="bentConnector3">
            <a:avLst>
              <a:gd name="adj1" fmla="val -379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A1A3CD30-3CC1-7F8A-8A6D-BCFE4ED9EA26}"/>
              </a:ext>
            </a:extLst>
          </p:cNvPr>
          <p:cNvSpPr/>
          <p:nvPr/>
        </p:nvSpPr>
        <p:spPr>
          <a:xfrm>
            <a:off x="7133802" y="460474"/>
            <a:ext cx="262667" cy="234025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A87DC17D-F8D0-8161-3F2C-05168447BFB7}"/>
              </a:ext>
            </a:extLst>
          </p:cNvPr>
          <p:cNvSpPr/>
          <p:nvPr/>
        </p:nvSpPr>
        <p:spPr>
          <a:xfrm>
            <a:off x="1238819" y="5533963"/>
            <a:ext cx="287281" cy="26902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4277C533-542A-F72E-7615-8510C8018BE5}"/>
              </a:ext>
            </a:extLst>
          </p:cNvPr>
          <p:cNvSpPr/>
          <p:nvPr/>
        </p:nvSpPr>
        <p:spPr>
          <a:xfrm>
            <a:off x="1300948" y="5587983"/>
            <a:ext cx="163820" cy="16072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830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361431-979F-5934-D221-D8A09807F82F}"/>
              </a:ext>
            </a:extLst>
          </p:cNvPr>
          <p:cNvSpPr/>
          <p:nvPr/>
        </p:nvSpPr>
        <p:spPr>
          <a:xfrm>
            <a:off x="5600065" y="1020716"/>
            <a:ext cx="871678" cy="5261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Login to System</a:t>
            </a:r>
            <a:endParaRPr lang="en-IN" sz="9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3E62FE-CD2C-5980-846D-544833D8DA8B}"/>
              </a:ext>
            </a:extLst>
          </p:cNvPr>
          <p:cNvSpPr/>
          <p:nvPr/>
        </p:nvSpPr>
        <p:spPr>
          <a:xfrm>
            <a:off x="5600065" y="1919561"/>
            <a:ext cx="871678" cy="5261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Monitor Booking</a:t>
            </a:r>
            <a:endParaRPr lang="en-IN" sz="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663882-3AC9-B6FF-F985-970A9C4B1F69}"/>
              </a:ext>
            </a:extLst>
          </p:cNvPr>
          <p:cNvSpPr/>
          <p:nvPr/>
        </p:nvSpPr>
        <p:spPr>
          <a:xfrm>
            <a:off x="5600063" y="3931561"/>
            <a:ext cx="946709" cy="5261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Manage Users/Service</a:t>
            </a:r>
            <a:endParaRPr lang="en-IN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43C27B-6E79-E264-015C-E8BB735D77FF}"/>
              </a:ext>
            </a:extLst>
          </p:cNvPr>
          <p:cNvSpPr/>
          <p:nvPr/>
        </p:nvSpPr>
        <p:spPr>
          <a:xfrm>
            <a:off x="5600064" y="4659183"/>
            <a:ext cx="946709" cy="5261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Handle Payments/ Refunds</a:t>
            </a:r>
            <a:endParaRPr lang="en-IN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6EA12D-CD44-FD2C-E2A2-9DB12BFBC867}"/>
              </a:ext>
            </a:extLst>
          </p:cNvPr>
          <p:cNvSpPr/>
          <p:nvPr/>
        </p:nvSpPr>
        <p:spPr>
          <a:xfrm>
            <a:off x="2853129" y="3958920"/>
            <a:ext cx="946709" cy="5261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Process Financial Data</a:t>
            </a:r>
            <a:endParaRPr lang="en-IN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635D89-F867-7A30-E685-1C3C0517D532}"/>
              </a:ext>
            </a:extLst>
          </p:cNvPr>
          <p:cNvSpPr/>
          <p:nvPr/>
        </p:nvSpPr>
        <p:spPr>
          <a:xfrm>
            <a:off x="2853129" y="4821623"/>
            <a:ext cx="946709" cy="5261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Update Records</a:t>
            </a:r>
            <a:endParaRPr lang="en-IN" sz="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75FC0F-7FF4-E3C9-54E2-3BF0C18D33BB}"/>
              </a:ext>
            </a:extLst>
          </p:cNvPr>
          <p:cNvSpPr/>
          <p:nvPr/>
        </p:nvSpPr>
        <p:spPr>
          <a:xfrm>
            <a:off x="2850876" y="5603943"/>
            <a:ext cx="946709" cy="5261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Generate Reports</a:t>
            </a:r>
            <a:endParaRPr lang="en-IN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089546-ED9E-1FBF-0CE9-685AABA13E80}"/>
              </a:ext>
            </a:extLst>
          </p:cNvPr>
          <p:cNvSpPr/>
          <p:nvPr/>
        </p:nvSpPr>
        <p:spPr>
          <a:xfrm>
            <a:off x="2853129" y="1555670"/>
            <a:ext cx="871678" cy="5261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Authenticate Admin</a:t>
            </a:r>
            <a:endParaRPr lang="en-IN" sz="9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9EBCD0-0370-85E4-A968-86FC16384C9F}"/>
              </a:ext>
            </a:extLst>
          </p:cNvPr>
          <p:cNvSpPr/>
          <p:nvPr/>
        </p:nvSpPr>
        <p:spPr>
          <a:xfrm>
            <a:off x="2852125" y="2291968"/>
            <a:ext cx="871678" cy="5261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Tracking Booking Data</a:t>
            </a:r>
            <a:endParaRPr lang="en-IN" sz="900" dirty="0"/>
          </a:p>
        </p:txBody>
      </p:sp>
      <p:sp>
        <p:nvSpPr>
          <p:cNvPr id="13" name="Flowchart: Decision 12">
            <a:extLst>
              <a:ext uri="{FF2B5EF4-FFF2-40B4-BE49-F238E27FC236}">
                <a16:creationId xmlns:a16="http://schemas.microsoft.com/office/drawing/2014/main" id="{5A9AB048-67CF-AB4C-7327-53962C39F80B}"/>
              </a:ext>
            </a:extLst>
          </p:cNvPr>
          <p:cNvSpPr/>
          <p:nvPr/>
        </p:nvSpPr>
        <p:spPr>
          <a:xfrm>
            <a:off x="8468199" y="2350843"/>
            <a:ext cx="1316212" cy="78744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Issues Detected?</a:t>
            </a:r>
            <a:endParaRPr lang="en-IN" sz="9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A6D9F7-595F-A701-1A37-A06678CA37EA}"/>
              </a:ext>
            </a:extLst>
          </p:cNvPr>
          <p:cNvSpPr/>
          <p:nvPr/>
        </p:nvSpPr>
        <p:spPr>
          <a:xfrm>
            <a:off x="7918809" y="3362389"/>
            <a:ext cx="946709" cy="5261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Take Corrective Action</a:t>
            </a:r>
            <a:endParaRPr lang="en-IN" sz="9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A5CEDCA-1AB3-A573-5A56-93832ED1DE83}"/>
              </a:ext>
            </a:extLst>
          </p:cNvPr>
          <p:cNvCxnSpPr>
            <a:cxnSpLocks/>
            <a:endCxn id="3" idx="0"/>
          </p:cNvCxnSpPr>
          <p:nvPr/>
        </p:nvCxnSpPr>
        <p:spPr>
          <a:xfrm flipH="1">
            <a:off x="6035904" y="811444"/>
            <a:ext cx="1" cy="2092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D123252-DEEB-57C1-E2C2-DBB72D440736}"/>
              </a:ext>
            </a:extLst>
          </p:cNvPr>
          <p:cNvCxnSpPr>
            <a:stCxn id="3" idx="1"/>
            <a:endCxn id="11" idx="3"/>
          </p:cNvCxnSpPr>
          <p:nvPr/>
        </p:nvCxnSpPr>
        <p:spPr>
          <a:xfrm rot="10800000" flipV="1">
            <a:off x="3724807" y="1283800"/>
            <a:ext cx="1875258" cy="53495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1B5B7873-9AD6-1BA3-F3EE-E644B6A76BF1}"/>
              </a:ext>
            </a:extLst>
          </p:cNvPr>
          <p:cNvCxnSpPr>
            <a:stCxn id="11" idx="2"/>
            <a:endCxn id="4" idx="1"/>
          </p:cNvCxnSpPr>
          <p:nvPr/>
        </p:nvCxnSpPr>
        <p:spPr>
          <a:xfrm rot="16200000" flipH="1">
            <a:off x="4394112" y="976692"/>
            <a:ext cx="100808" cy="231109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D340E6A-D5B0-851F-F52D-76CB457B8E67}"/>
              </a:ext>
            </a:extLst>
          </p:cNvPr>
          <p:cNvCxnSpPr>
            <a:stCxn id="4" idx="2"/>
            <a:endCxn id="12" idx="3"/>
          </p:cNvCxnSpPr>
          <p:nvPr/>
        </p:nvCxnSpPr>
        <p:spPr>
          <a:xfrm rot="5400000">
            <a:off x="4825192" y="1344340"/>
            <a:ext cx="109324" cy="23121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2D84057-7C37-4D01-E9EC-0CC6FE172D45}"/>
              </a:ext>
            </a:extLst>
          </p:cNvPr>
          <p:cNvCxnSpPr>
            <a:stCxn id="12" idx="2"/>
            <a:endCxn id="13" idx="1"/>
          </p:cNvCxnSpPr>
          <p:nvPr/>
        </p:nvCxnSpPr>
        <p:spPr>
          <a:xfrm rot="5400000" flipH="1" flipV="1">
            <a:off x="5841295" y="191232"/>
            <a:ext cx="73571" cy="5180235"/>
          </a:xfrm>
          <a:prstGeom prst="bentConnector4">
            <a:avLst>
              <a:gd name="adj1" fmla="val -310720"/>
              <a:gd name="adj2" fmla="val 5420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2370C727-CED2-7AA0-C5CA-D060AB797428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8647183" y="2883267"/>
            <a:ext cx="224104" cy="73414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6F71FF84-944D-FF40-41B0-0464202D108A}"/>
              </a:ext>
            </a:extLst>
          </p:cNvPr>
          <p:cNvCxnSpPr>
            <a:stCxn id="14" idx="1"/>
            <a:endCxn id="5" idx="0"/>
          </p:cNvCxnSpPr>
          <p:nvPr/>
        </p:nvCxnSpPr>
        <p:spPr>
          <a:xfrm rot="10800000" flipV="1">
            <a:off x="6073419" y="3625473"/>
            <a:ext cx="1845391" cy="3060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832C682-4523-7B96-74BA-07E2836288EA}"/>
              </a:ext>
            </a:extLst>
          </p:cNvPr>
          <p:cNvCxnSpPr>
            <a:stCxn id="13" idx="3"/>
            <a:endCxn id="5" idx="3"/>
          </p:cNvCxnSpPr>
          <p:nvPr/>
        </p:nvCxnSpPr>
        <p:spPr>
          <a:xfrm flipH="1">
            <a:off x="6546772" y="2744564"/>
            <a:ext cx="3237639" cy="1450081"/>
          </a:xfrm>
          <a:prstGeom prst="bentConnector3">
            <a:avLst>
              <a:gd name="adj1" fmla="val -706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0C9D262A-0604-9C78-54D4-DB91DC77A7AD}"/>
              </a:ext>
            </a:extLst>
          </p:cNvPr>
          <p:cNvSpPr/>
          <p:nvPr/>
        </p:nvSpPr>
        <p:spPr>
          <a:xfrm>
            <a:off x="8690466" y="5720231"/>
            <a:ext cx="871678" cy="5261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View Reports</a:t>
            </a:r>
            <a:endParaRPr lang="en-IN" sz="9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BC0443F-D094-ADDA-9E1C-C4FF0DF047C4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6073418" y="4457728"/>
            <a:ext cx="1" cy="201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A7E65C71-FF65-93D4-6A56-D6B5F6E3DC2B}"/>
              </a:ext>
            </a:extLst>
          </p:cNvPr>
          <p:cNvCxnSpPr>
            <a:cxnSpLocks/>
            <a:stCxn id="6" idx="1"/>
            <a:endCxn id="7" idx="3"/>
          </p:cNvCxnSpPr>
          <p:nvPr/>
        </p:nvCxnSpPr>
        <p:spPr>
          <a:xfrm rot="10800000">
            <a:off x="3799838" y="4222005"/>
            <a:ext cx="1800226" cy="7002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42C4927-C5B2-D2EA-8473-106E5DB4D317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3326484" y="4485087"/>
            <a:ext cx="0" cy="336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A8D8AA9-2E8E-179F-BB08-A139C6CC99AA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3324231" y="5347790"/>
            <a:ext cx="2253" cy="2561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EFA68BDC-1BC4-D9B4-230E-673CA827C045}"/>
              </a:ext>
            </a:extLst>
          </p:cNvPr>
          <p:cNvCxnSpPr>
            <a:cxnSpLocks/>
            <a:stCxn id="42" idx="1"/>
          </p:cNvCxnSpPr>
          <p:nvPr/>
        </p:nvCxnSpPr>
        <p:spPr>
          <a:xfrm rot="10800000" flipV="1">
            <a:off x="3654914" y="5983314"/>
            <a:ext cx="5035553" cy="68230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357553D1-2269-001B-86FB-F0B63F48B47D}"/>
              </a:ext>
            </a:extLst>
          </p:cNvPr>
          <p:cNvCxnSpPr>
            <a:stCxn id="9" idx="3"/>
            <a:endCxn id="42" idx="0"/>
          </p:cNvCxnSpPr>
          <p:nvPr/>
        </p:nvCxnSpPr>
        <p:spPr>
          <a:xfrm flipV="1">
            <a:off x="3797585" y="5720231"/>
            <a:ext cx="5328720" cy="146796"/>
          </a:xfrm>
          <a:prstGeom prst="bentConnector4">
            <a:avLst>
              <a:gd name="adj1" fmla="val 45910"/>
              <a:gd name="adj2" fmla="val 33494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093CE0F-F653-B624-FC70-8A53C9AD63DC}"/>
              </a:ext>
            </a:extLst>
          </p:cNvPr>
          <p:cNvSpPr txBox="1"/>
          <p:nvPr/>
        </p:nvSpPr>
        <p:spPr>
          <a:xfrm>
            <a:off x="8567516" y="3044223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Yes</a:t>
            </a:r>
            <a:endParaRPr lang="en-IN" sz="1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2AE476-9872-3CC9-68C0-04CB4B5387FC}"/>
              </a:ext>
            </a:extLst>
          </p:cNvPr>
          <p:cNvSpPr txBox="1"/>
          <p:nvPr/>
        </p:nvSpPr>
        <p:spPr>
          <a:xfrm>
            <a:off x="9959763" y="3108648"/>
            <a:ext cx="344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</a:t>
            </a:r>
            <a:endParaRPr lang="en-IN" sz="10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90EBF00-FD4F-CC65-171A-3004E022761C}"/>
              </a:ext>
            </a:extLst>
          </p:cNvPr>
          <p:cNvSpPr/>
          <p:nvPr/>
        </p:nvSpPr>
        <p:spPr>
          <a:xfrm>
            <a:off x="2052734" y="267190"/>
            <a:ext cx="2528597" cy="659081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F3B8965-7B37-B8B3-6300-C587CB74D17A}"/>
              </a:ext>
            </a:extLst>
          </p:cNvPr>
          <p:cNvSpPr/>
          <p:nvPr/>
        </p:nvSpPr>
        <p:spPr>
          <a:xfrm>
            <a:off x="4806831" y="267190"/>
            <a:ext cx="2528597" cy="659080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38A93F7-FB1D-844F-0185-FD233A23D0C7}"/>
              </a:ext>
            </a:extLst>
          </p:cNvPr>
          <p:cNvSpPr/>
          <p:nvPr/>
        </p:nvSpPr>
        <p:spPr>
          <a:xfrm>
            <a:off x="7738189" y="260964"/>
            <a:ext cx="2528597" cy="659080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5DAF3D-9889-B38E-2301-A16F311EA98C}"/>
              </a:ext>
            </a:extLst>
          </p:cNvPr>
          <p:cNvSpPr txBox="1"/>
          <p:nvPr/>
        </p:nvSpPr>
        <p:spPr>
          <a:xfrm>
            <a:off x="5259084" y="-102142"/>
            <a:ext cx="16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Internal User</a:t>
            </a:r>
            <a:endParaRPr lang="en-IN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2367EF-A9E2-8A84-A6CE-5BE977BB54B7}"/>
              </a:ext>
            </a:extLst>
          </p:cNvPr>
          <p:cNvSpPr txBox="1"/>
          <p:nvPr/>
        </p:nvSpPr>
        <p:spPr>
          <a:xfrm>
            <a:off x="2627122" y="243416"/>
            <a:ext cx="1600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Fixora</a:t>
            </a:r>
            <a:r>
              <a:rPr lang="en-US" sz="1600" dirty="0"/>
              <a:t> System</a:t>
            </a:r>
            <a:endParaRPr lang="en-IN" sz="16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CE19CB5-EB91-D438-2BBB-72D44B704D29}"/>
              </a:ext>
            </a:extLst>
          </p:cNvPr>
          <p:cNvSpPr txBox="1"/>
          <p:nvPr/>
        </p:nvSpPr>
        <p:spPr>
          <a:xfrm>
            <a:off x="5672462" y="214577"/>
            <a:ext cx="1289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Admin</a:t>
            </a:r>
            <a:endParaRPr lang="en-IN" sz="16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9412C5B-9C7C-98F5-537A-C1BAC65230A2}"/>
              </a:ext>
            </a:extLst>
          </p:cNvPr>
          <p:cNvSpPr txBox="1"/>
          <p:nvPr/>
        </p:nvSpPr>
        <p:spPr>
          <a:xfrm>
            <a:off x="8532046" y="192382"/>
            <a:ext cx="1600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Manager</a:t>
            </a:r>
            <a:endParaRPr lang="en-IN" sz="1600" dirty="0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CB0E6E62-504C-FAC9-6FE4-8FFEF19E18DE}"/>
              </a:ext>
            </a:extLst>
          </p:cNvPr>
          <p:cNvSpPr/>
          <p:nvPr/>
        </p:nvSpPr>
        <p:spPr>
          <a:xfrm>
            <a:off x="3367633" y="6512394"/>
            <a:ext cx="287281" cy="295063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EFBEA7D6-6073-FDE3-7B2A-6DC65D8CEF89}"/>
              </a:ext>
            </a:extLst>
          </p:cNvPr>
          <p:cNvSpPr/>
          <p:nvPr/>
        </p:nvSpPr>
        <p:spPr>
          <a:xfrm>
            <a:off x="3427222" y="6580239"/>
            <a:ext cx="163820" cy="16072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E566A797-E820-E2E1-9FF2-EFBB3398794C}"/>
              </a:ext>
            </a:extLst>
          </p:cNvPr>
          <p:cNvSpPr/>
          <p:nvPr/>
        </p:nvSpPr>
        <p:spPr>
          <a:xfrm>
            <a:off x="5904570" y="573278"/>
            <a:ext cx="262667" cy="234025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286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B623F1-796C-4913-9415-CDD30AEF02C8}">
  <we:reference id="wa200006214" version="2.1.0.0" store="en-US" storeType="OMEX"/>
  <we:alternateReferences>
    <we:reference id="wa200006214" version="2.1.0.0" store="wa200006214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BF3A5608FE0047A979B3812C1306B2" ma:contentTypeVersion="4" ma:contentTypeDescription="Create a new document." ma:contentTypeScope="" ma:versionID="6f1abdb95d979bc4b579bfa9258a824f">
  <xsd:schema xmlns:xsd="http://www.w3.org/2001/XMLSchema" xmlns:xs="http://www.w3.org/2001/XMLSchema" xmlns:p="http://schemas.microsoft.com/office/2006/metadata/properties" xmlns:ns3="697f5128-e614-4b00-bdb8-6d8eea39f7f6" targetNamespace="http://schemas.microsoft.com/office/2006/metadata/properties" ma:root="true" ma:fieldsID="ee683490a156685af9a8afc1da0d7bbe" ns3:_="">
    <xsd:import namespace="697f5128-e614-4b00-bdb8-6d8eea39f7f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7f5128-e614-4b00-bdb8-6d8eea39f7f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36C1879-2125-42EB-BA58-3008F0DB36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7f5128-e614-4b00-bdb8-6d8eea39f7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2263D86-49C8-4EE9-858B-B27E6CDDAA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F9CC94-FD9C-46EC-9E80-1FA73A6A9701}">
  <ds:schemaRefs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697f5128-e614-4b00-bdb8-6d8eea39f7f6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83</Words>
  <Application>Microsoft Office PowerPoint</Application>
  <PresentationFormat>Widescreen</PresentationFormat>
  <Paragraphs>40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Vekariya, Urvish Bhavinbhai</dc:creator>
  <cp:lastModifiedBy>Vekariya, Urvish Bhavinbhai</cp:lastModifiedBy>
  <cp:revision>5</cp:revision>
  <dcterms:created xsi:type="dcterms:W3CDTF">2026-03-18T15:37:31Z</dcterms:created>
  <dcterms:modified xsi:type="dcterms:W3CDTF">2026-03-22T16:16:07Z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0x0101004DBF3A5608FE0047A979B3812C1306B2</vt:lpwstr>
  </property>
</Properties>
</file>