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676"/>
  </p:normalViewPr>
  <p:slideViewPr>
    <p:cSldViewPr snapToGrid="0">
      <p:cViewPr varScale="1">
        <p:scale>
          <a:sx n="76" d="100"/>
          <a:sy n="76" d="100"/>
        </p:scale>
        <p:origin x="8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4B3D6-CD46-E267-2C85-CA096D47E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41035-2532-E1DE-823F-FEF266B6E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4BE4A-E339-27A7-2A8B-21F18AC2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86148-242F-C8AC-14B0-418C74B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3A548-25CB-50B7-34D8-7377EA209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5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BBC7D-6BE5-658D-BBB1-A6C94217A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D6C07-DA4C-BAE1-93CA-83AAAD551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4A390-F947-023B-C028-C33C567DB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65B63-19BF-D8DE-73BD-16424F722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B7C691-B884-A346-767C-0D4A7C9D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5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4183-9FD0-2EB0-0CB2-C4FAB8EA6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1B768-F0B5-BEBD-94C7-307CDBA4B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35034-8254-7796-7292-69C38AD15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8F542-B731-BE61-341D-D5315774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C68EF-2A85-E039-7520-83CEA8FFA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73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8620B-F50B-27C9-1C8A-4951CC8F2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E03E4-7E81-EA44-CCF2-308110FBB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921A40-A64F-231C-D3F8-EF165FE62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446434-1BFE-8E34-51E0-84B7FF0C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AC707-7783-48E1-D4C6-DE981EC01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15392D-D710-5EEA-CB65-8B3BDEB6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0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FC5FF-2241-83BE-F178-8FAA3A71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CA9ADC-42BA-072B-4933-D524DFCB7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288F-C54C-D3CC-F7BB-ED77A3525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EC34C2-75DA-AA9F-CD5C-CEFC7E14E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6E526-3A09-E66D-C55F-4BE8B9A44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58B31F-AD0E-CAC3-84CC-F05379A5B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6C289B-7DB5-F0D9-AA9E-D23B0749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A7E929-D3E3-DDB9-EC10-B34B65C6F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0418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BCAA-B134-4CDA-89AB-586DB49B8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9B1DC-D5A6-0700-C00F-BEBB3877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14F905-6D66-6C88-12C0-9217C7B7D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24740-B2DF-E3BF-08EF-60328310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78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E8EEDD-A86F-A531-5481-388AA2BE1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156A8B-266A-AD93-8C43-EFB81C1CB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F547C-E3F0-9239-249C-6D4641702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597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6621-0BEC-F073-4996-B066C4F4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EF240-11C3-E2AB-E2DD-49F725176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BA7BA-87A0-D3E9-FBA0-252BBE4E3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A2C72-95BC-22DB-5F8B-D720FFEC1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56E56E-ACC2-1865-DF23-3E46F63B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5E722-82DC-F2AC-45E9-1257E4E2A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8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4F6E-DC74-B817-2700-E0891F1E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060BBC-B9EB-A971-9C6B-06EC0E3E94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EDE5C7-E41B-2197-5E68-8E9D6C4C4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C46E53-7673-1720-FD15-2D086E739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C7B7B-ECB5-1660-F01C-2D6873433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968CD-3EB0-DFEF-1A6D-409100B9A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16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F22C2-A016-F6AC-9EAE-776515C2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33C1E-C942-7EF3-8207-734225B37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24FD0-D2B4-F00C-03C2-D8414319B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DAFD2-792E-BBDD-2681-340F68C6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E442F-BFE3-AFF5-235D-F25AD081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9D165-7277-AC5E-E675-9B08F6491A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F39E8-5838-D304-8D05-6BE0B51C1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25B3E-C50C-10D1-E454-E4548F535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396E0-66F2-0F26-7F6D-B7CDA5DE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785A7-1AE9-8A29-1C99-E9D21818D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44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52489B-0132-D4E2-F68C-6681C3F4A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9F272-A9E1-F176-33F7-7654337B5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15CE0-22D1-FC9D-C96A-B9A97E432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B8E3FF-FB09-DE44-A502-A563F7DE489F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6F65C-0C31-FED6-BC60-1BD20EC40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50E00-61D5-A8FA-DE77-45CCF61E29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F23BC-76B6-4749-959F-4E18FFD4D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07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B30566B-97D2-0E08-7DE1-FFCDA3207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808" y="532996"/>
            <a:ext cx="10088383" cy="579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10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5448CB7-6302-4EDD-D70F-06D5AF1EF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3849" y="643466"/>
            <a:ext cx="932430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69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312B4B-BE25-E362-82DD-616345A84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460" y="522514"/>
            <a:ext cx="8433080" cy="562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7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Savaliya, Mr. Harekrushna Bhaveshbhai</dc:creator>
  <cp:lastModifiedBy>Vekariya, Urvish Bhavinbhai</cp:lastModifiedBy>
  <cp:revision>2</cp:revision>
  <dcterms:created xsi:type="dcterms:W3CDTF">2026-02-13T04:48:01Z</dcterms:created>
  <dcterms:modified xsi:type="dcterms:W3CDTF">2026-02-14T05:47:56Z</dcterms:modified>
</cp:coreProperties>
</file>